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4" r:id="rId1"/>
    <p:sldMasterId id="2147483715" r:id="rId2"/>
  </p:sldMasterIdLst>
  <p:notesMasterIdLst>
    <p:notesMasterId r:id="rId5"/>
  </p:notesMasterIdLst>
  <p:sldIdLst>
    <p:sldId id="307" r:id="rId3"/>
    <p:sldId id="308" r:id="rId4"/>
  </p:sldIdLst>
  <p:sldSz cx="9144000" cy="5143500" type="screen16x9"/>
  <p:notesSz cx="6858000" cy="9144000"/>
  <p:embeddedFontLst>
    <p:embeddedFont>
      <p:font typeface="Century Gothic" panose="020B0502020202020204" pitchFamily="34" charset="0"/>
      <p:regular r:id="rId6"/>
      <p:bold r:id="rId7"/>
      <p:italic r:id="rId8"/>
      <p:boldItalic r:id="rId9"/>
    </p:embeddedFont>
    <p:embeddedFont>
      <p:font typeface="Montserrat" panose="00000500000000000000" pitchFamily="2" charset="0"/>
      <p:regular r:id="rId10"/>
      <p:bold r:id="rId11"/>
      <p:italic r:id="rId12"/>
      <p:boldItalic r:id="rId13"/>
    </p:embeddedFont>
    <p:embeddedFont>
      <p:font typeface="Montserrat Light" panose="00000400000000000000" pitchFamily="2" charset="0"/>
      <p:regular r:id="rId14"/>
      <p:bold r:id="rId15"/>
      <p:italic r:id="rId16"/>
      <p:boldItalic r:id="rId17"/>
    </p:embeddedFont>
    <p:embeddedFont>
      <p:font typeface="Montserrat Medium" panose="00000600000000000000" pitchFamily="2" charset="0"/>
      <p:regular r:id="rId18"/>
      <p:bold r:id="rId19"/>
      <p:italic r:id="rId20"/>
      <p:boldItalic r:id="rId21"/>
    </p:embeddedFont>
    <p:embeddedFont>
      <p:font typeface="Montserrat SemiBold" panose="00000700000000000000" pitchFamily="2" charset="0"/>
      <p:regular r:id="rId22"/>
      <p:bold r:id="rId23"/>
      <p:italic r:id="rId24"/>
      <p:boldItalic r:id="rId25"/>
    </p:embeddedFont>
    <p:embeddedFont>
      <p:font typeface="Verdana" panose="020B060403050404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96" autoAdjust="0"/>
  </p:normalViewPr>
  <p:slideViewPr>
    <p:cSldViewPr snapToGrid="0">
      <p:cViewPr varScale="1">
        <p:scale>
          <a:sx n="102" d="100"/>
          <a:sy n="102" d="100"/>
        </p:scale>
        <p:origin x="1589"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font" Target="fonts/font5.fntdata"/><Relationship Id="rId11" Type="http://schemas.openxmlformats.org/officeDocument/2006/relationships/font" Target="fonts/font6.fntdata"/><Relationship Id="rId12" Type="http://schemas.openxmlformats.org/officeDocument/2006/relationships/font" Target="fonts/font7.fntdata"/><Relationship Id="rId13" Type="http://schemas.openxmlformats.org/officeDocument/2006/relationships/font" Target="fonts/font8.fntdata"/><Relationship Id="rId14" Type="http://schemas.openxmlformats.org/officeDocument/2006/relationships/font" Target="fonts/font9.fntdata"/><Relationship Id="rId15" Type="http://schemas.openxmlformats.org/officeDocument/2006/relationships/font" Target="fonts/font10.fntdata"/><Relationship Id="rId16" Type="http://schemas.openxmlformats.org/officeDocument/2006/relationships/font" Target="fonts/font11.fntdata"/><Relationship Id="rId17" Type="http://schemas.openxmlformats.org/officeDocument/2006/relationships/font" Target="fonts/font12.fntdata"/><Relationship Id="rId18" Type="http://schemas.openxmlformats.org/officeDocument/2006/relationships/font" Target="fonts/font13.fntdata"/><Relationship Id="rId19" Type="http://schemas.openxmlformats.org/officeDocument/2006/relationships/font" Target="fonts/font14.fntdata"/><Relationship Id="rId20" Type="http://schemas.openxmlformats.org/officeDocument/2006/relationships/font" Target="fonts/font15.fntdata"/><Relationship Id="rId21" Type="http://schemas.openxmlformats.org/officeDocument/2006/relationships/font" Target="fonts/font16.fntdata"/><Relationship Id="rId22" Type="http://schemas.openxmlformats.org/officeDocument/2006/relationships/font" Target="fonts/font17.fntdata"/><Relationship Id="rId23" Type="http://schemas.openxmlformats.org/officeDocument/2006/relationships/font" Target="fonts/font18.fntdata"/><Relationship Id="rId24" Type="http://schemas.openxmlformats.org/officeDocument/2006/relationships/font" Target="fonts/font19.fntdata"/><Relationship Id="rId25" Type="http://schemas.openxmlformats.org/officeDocument/2006/relationships/font" Target="fonts/font20.fntdata"/><Relationship Id="rId26" Type="http://schemas.openxmlformats.org/officeDocument/2006/relationships/font" Target="fonts/font21.fntdata"/><Relationship Id="rId27" Type="http://schemas.openxmlformats.org/officeDocument/2006/relationships/font" Target="fonts/font22.fntdata"/><Relationship Id="rId28" Type="http://schemas.openxmlformats.org/officeDocument/2006/relationships/font" Target="fonts/font23.fntdata"/><Relationship Id="rId29" Type="http://schemas.openxmlformats.org/officeDocument/2006/relationships/font" Target="fonts/font24.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924A6FFB-6134-EF9E-6A7E-C503253867FC}"/>
            </a:ext>
          </a:extLst>
        </p:cNvPr>
        <p:cNvGrpSpPr/>
        <p:nvPr/>
      </p:nvGrpSpPr>
      <p:grpSpPr>
        <a:xfrm>
          <a:off x="0" y="0"/>
          <a:ext cx="0" cy="0"/>
          <a:chOff x="0" y="0"/>
          <a:chExt cx="0" cy="0"/>
        </a:xfrm>
      </p:grpSpPr>
      <p:sp>
        <p:nvSpPr>
          <p:cNvPr id="865" name="Google Shape;865;g3f517f0088e_2_695:notes">
            <a:extLst>
              <a:ext uri="{FF2B5EF4-FFF2-40B4-BE49-F238E27FC236}">
                <a16:creationId xmlns:a16="http://schemas.microsoft.com/office/drawing/2014/main" id="{DAD1A018-DF5F-ECE4-5E64-5D72F18321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6" name="Google Shape;866;g3f517f0088e_2_695:notes">
            <a:extLst>
              <a:ext uri="{FF2B5EF4-FFF2-40B4-BE49-F238E27FC236}">
                <a16:creationId xmlns:a16="http://schemas.microsoft.com/office/drawing/2014/main" id="{1C3BA472-989D-3C5B-BC1A-C377FF6937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7933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emplate - keep it empty">
  <p:cSld name="Blank template - keep it empty">
    <p:spTree>
      <p:nvGrpSpPr>
        <p:cNvPr id="1" name="Shape 99"/>
        <p:cNvGrpSpPr/>
        <p:nvPr/>
      </p:nvGrpSpPr>
      <p:grpSpPr>
        <a:xfrm>
          <a:off x="0" y="0"/>
          <a:ext cx="0" cy="0"/>
          <a:chOff x="0" y="0"/>
          <a:chExt cx="0" cy="0"/>
        </a:xfrm>
      </p:grpSpPr>
      <p:sp>
        <p:nvSpPr>
          <p:cNvPr id="100" name="Google Shape;100;p21"/>
          <p:cNvSpPr txBox="1">
            <a:spLocks noGrp="1"/>
          </p:cNvSpPr>
          <p:nvPr>
            <p:ph type="sldNum" idx="12"/>
          </p:nvPr>
        </p:nvSpPr>
        <p:spPr>
          <a:xfrm>
            <a:off x="8556775" y="4861575"/>
            <a:ext cx="587100" cy="145200"/>
          </a:xfrm>
          <a:prstGeom prst="rect">
            <a:avLst/>
          </a:prstGeom>
          <a:noFill/>
          <a:ln>
            <a:noFill/>
          </a:ln>
        </p:spPr>
        <p:txBody>
          <a:bodyPr spcFirstLastPara="1" wrap="square" lIns="68575" tIns="68575" rIns="68575" bIns="68575" anchor="t" anchorCtr="0">
            <a:noAutofit/>
          </a:bodyPr>
          <a:lstStyle>
            <a:lvl1pPr marL="0" marR="0" lvl="0"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4) Content - One title and extra long text">
  <p:cSld name="44) Content - One title and extra long text">
    <p:spTree>
      <p:nvGrpSpPr>
        <p:cNvPr id="1" name="Shape 101"/>
        <p:cNvGrpSpPr/>
        <p:nvPr/>
      </p:nvGrpSpPr>
      <p:grpSpPr>
        <a:xfrm>
          <a:off x="0" y="0"/>
          <a:ext cx="0" cy="0"/>
          <a:chOff x="0" y="0"/>
          <a:chExt cx="0" cy="0"/>
        </a:xfrm>
      </p:grpSpPr>
      <p:sp>
        <p:nvSpPr>
          <p:cNvPr id="102" name="Google Shape;102;p22"/>
          <p:cNvSpPr txBox="1">
            <a:spLocks noGrp="1"/>
          </p:cNvSpPr>
          <p:nvPr>
            <p:ph type="subTitle" idx="1"/>
          </p:nvPr>
        </p:nvSpPr>
        <p:spPr>
          <a:xfrm>
            <a:off x="587225" y="1165925"/>
            <a:ext cx="3324300" cy="1539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3C3C3A"/>
              </a:buClr>
              <a:buSzPts val="500"/>
              <a:buFont typeface="Montserrat"/>
              <a:buNone/>
              <a:defRPr sz="1000" b="1">
                <a:solidFill>
                  <a:srgbClr val="3C3C3A"/>
                </a:solidFill>
                <a:latin typeface="Montserrat"/>
                <a:ea typeface="Montserrat"/>
                <a:cs typeface="Montserrat"/>
                <a:sym typeface="Montserrat"/>
              </a:defRPr>
            </a:lvl1pPr>
            <a:lvl2pPr lvl="1" algn="l">
              <a:lnSpc>
                <a:spcPct val="100000"/>
              </a:lnSpc>
              <a:spcBef>
                <a:spcPts val="0"/>
              </a:spcBef>
              <a:spcAft>
                <a:spcPts val="0"/>
              </a:spcAft>
              <a:buSzPts val="500"/>
              <a:buFont typeface="Montserrat"/>
              <a:buNone/>
              <a:defRPr sz="1000" b="1">
                <a:latin typeface="Montserrat"/>
                <a:ea typeface="Montserrat"/>
                <a:cs typeface="Montserrat"/>
                <a:sym typeface="Montserrat"/>
              </a:defRPr>
            </a:lvl2pPr>
            <a:lvl3pPr lvl="2" algn="l">
              <a:lnSpc>
                <a:spcPct val="100000"/>
              </a:lnSpc>
              <a:spcBef>
                <a:spcPts val="0"/>
              </a:spcBef>
              <a:spcAft>
                <a:spcPts val="0"/>
              </a:spcAft>
              <a:buSzPts val="500"/>
              <a:buFont typeface="Montserrat"/>
              <a:buNone/>
              <a:defRPr sz="1000" b="1">
                <a:latin typeface="Montserrat"/>
                <a:ea typeface="Montserrat"/>
                <a:cs typeface="Montserrat"/>
                <a:sym typeface="Montserrat"/>
              </a:defRPr>
            </a:lvl3pPr>
            <a:lvl4pPr lvl="3" algn="l">
              <a:lnSpc>
                <a:spcPct val="100000"/>
              </a:lnSpc>
              <a:spcBef>
                <a:spcPts val="0"/>
              </a:spcBef>
              <a:spcAft>
                <a:spcPts val="0"/>
              </a:spcAft>
              <a:buSzPts val="500"/>
              <a:buFont typeface="Montserrat"/>
              <a:buNone/>
              <a:defRPr sz="1000" b="1">
                <a:latin typeface="Montserrat"/>
                <a:ea typeface="Montserrat"/>
                <a:cs typeface="Montserrat"/>
                <a:sym typeface="Montserrat"/>
              </a:defRPr>
            </a:lvl4pPr>
            <a:lvl5pPr lvl="4" algn="l">
              <a:lnSpc>
                <a:spcPct val="100000"/>
              </a:lnSpc>
              <a:spcBef>
                <a:spcPts val="0"/>
              </a:spcBef>
              <a:spcAft>
                <a:spcPts val="0"/>
              </a:spcAft>
              <a:buSzPts val="500"/>
              <a:buFont typeface="Montserrat"/>
              <a:buNone/>
              <a:defRPr sz="1000" b="1">
                <a:latin typeface="Montserrat"/>
                <a:ea typeface="Montserrat"/>
                <a:cs typeface="Montserrat"/>
                <a:sym typeface="Montserrat"/>
              </a:defRPr>
            </a:lvl5pPr>
            <a:lvl6pPr lvl="5" algn="l">
              <a:lnSpc>
                <a:spcPct val="100000"/>
              </a:lnSpc>
              <a:spcBef>
                <a:spcPts val="0"/>
              </a:spcBef>
              <a:spcAft>
                <a:spcPts val="0"/>
              </a:spcAft>
              <a:buSzPts val="500"/>
              <a:buFont typeface="Montserrat"/>
              <a:buNone/>
              <a:defRPr sz="1000" b="1">
                <a:latin typeface="Montserrat"/>
                <a:ea typeface="Montserrat"/>
                <a:cs typeface="Montserrat"/>
                <a:sym typeface="Montserrat"/>
              </a:defRPr>
            </a:lvl6pPr>
            <a:lvl7pPr lvl="6" algn="l">
              <a:lnSpc>
                <a:spcPct val="100000"/>
              </a:lnSpc>
              <a:spcBef>
                <a:spcPts val="0"/>
              </a:spcBef>
              <a:spcAft>
                <a:spcPts val="0"/>
              </a:spcAft>
              <a:buSzPts val="500"/>
              <a:buFont typeface="Montserrat"/>
              <a:buNone/>
              <a:defRPr sz="1000" b="1">
                <a:latin typeface="Montserrat"/>
                <a:ea typeface="Montserrat"/>
                <a:cs typeface="Montserrat"/>
                <a:sym typeface="Montserrat"/>
              </a:defRPr>
            </a:lvl7pPr>
            <a:lvl8pPr lvl="7" algn="l">
              <a:lnSpc>
                <a:spcPct val="100000"/>
              </a:lnSpc>
              <a:spcBef>
                <a:spcPts val="0"/>
              </a:spcBef>
              <a:spcAft>
                <a:spcPts val="0"/>
              </a:spcAft>
              <a:buSzPts val="500"/>
              <a:buFont typeface="Montserrat"/>
              <a:buNone/>
              <a:defRPr sz="1000" b="1">
                <a:latin typeface="Montserrat"/>
                <a:ea typeface="Montserrat"/>
                <a:cs typeface="Montserrat"/>
                <a:sym typeface="Montserrat"/>
              </a:defRPr>
            </a:lvl8pPr>
            <a:lvl9pPr lvl="8" algn="l">
              <a:lnSpc>
                <a:spcPct val="100000"/>
              </a:lnSpc>
              <a:spcBef>
                <a:spcPts val="0"/>
              </a:spcBef>
              <a:spcAft>
                <a:spcPts val="0"/>
              </a:spcAft>
              <a:buSzPts val="500"/>
              <a:buFont typeface="Montserrat"/>
              <a:buNone/>
              <a:defRPr sz="1000" b="1">
                <a:latin typeface="Montserrat"/>
                <a:ea typeface="Montserrat"/>
                <a:cs typeface="Montserrat"/>
                <a:sym typeface="Montserrat"/>
              </a:defRPr>
            </a:lvl9pPr>
          </a:lstStyle>
          <a:p>
            <a:endParaRPr/>
          </a:p>
        </p:txBody>
      </p:sp>
      <p:sp>
        <p:nvSpPr>
          <p:cNvPr id="103" name="Google Shape;103;p22"/>
          <p:cNvSpPr txBox="1">
            <a:spLocks noGrp="1"/>
          </p:cNvSpPr>
          <p:nvPr>
            <p:ph type="body" idx="2"/>
          </p:nvPr>
        </p:nvSpPr>
        <p:spPr>
          <a:xfrm>
            <a:off x="587225" y="1506375"/>
            <a:ext cx="7885200" cy="2941500"/>
          </a:xfrm>
          <a:prstGeom prst="rect">
            <a:avLst/>
          </a:prstGeom>
          <a:noFill/>
          <a:ln>
            <a:noFill/>
          </a:ln>
        </p:spPr>
        <p:txBody>
          <a:bodyPr spcFirstLastPara="1" wrap="square" lIns="0" tIns="0" rIns="0" bIns="0" anchor="t" anchorCtr="0">
            <a:noAutofit/>
          </a:bodyPr>
          <a:lstStyle>
            <a:lvl1pPr marL="457200" lvl="0"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1pPr>
            <a:lvl2pPr marL="914400" lvl="1"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2pPr>
            <a:lvl3pPr marL="1371600" lvl="2"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3pPr>
            <a:lvl4pPr marL="1828800" lvl="3"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4pPr>
            <a:lvl5pPr marL="2286000" lvl="4"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5pPr>
            <a:lvl6pPr marL="2743200" lvl="5"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6pPr>
            <a:lvl7pPr marL="3200400" lvl="6"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7pPr>
            <a:lvl8pPr marL="3657600" lvl="7"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8pPr>
            <a:lvl9pPr marL="4114800" lvl="8"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9pPr>
          </a:lstStyle>
          <a:p>
            <a:endParaRPr/>
          </a:p>
        </p:txBody>
      </p:sp>
      <p:sp>
        <p:nvSpPr>
          <p:cNvPr id="104" name="Google Shape;104;p22"/>
          <p:cNvSpPr txBox="1">
            <a:spLocks noGrp="1"/>
          </p:cNvSpPr>
          <p:nvPr>
            <p:ph type="title"/>
          </p:nvPr>
        </p:nvSpPr>
        <p:spPr>
          <a:xfrm>
            <a:off x="587225" y="572700"/>
            <a:ext cx="5497500" cy="3039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9pPr>
          </a:lstStyle>
          <a:p>
            <a:endParaRPr/>
          </a:p>
        </p:txBody>
      </p:sp>
      <p:pic>
        <p:nvPicPr>
          <p:cNvPr id="105" name="Google Shape;105;p2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1" type="blank">
  <p:cSld name="BLANK">
    <p:spTree>
      <p:nvGrpSpPr>
        <p:cNvPr id="1" name="Shape 112"/>
        <p:cNvGrpSpPr/>
        <p:nvPr/>
      </p:nvGrpSpPr>
      <p:grpSpPr>
        <a:xfrm>
          <a:off x="0" y="0"/>
          <a:ext cx="0" cy="0"/>
          <a:chOff x="0" y="0"/>
          <a:chExt cx="0" cy="0"/>
        </a:xfrm>
      </p:grpSpPr>
      <p:sp>
        <p:nvSpPr>
          <p:cNvPr id="113" name="Google Shape;113;p24"/>
          <p:cNvSpPr txBox="1">
            <a:spLocks noGrp="1"/>
          </p:cNvSpPr>
          <p:nvPr>
            <p:ph type="sldNum" idx="12"/>
          </p:nvPr>
        </p:nvSpPr>
        <p:spPr>
          <a:xfrm>
            <a:off x="8472458" y="4663217"/>
            <a:ext cx="548775" cy="393525"/>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‹N°›</a:t>
            </a:fld>
            <a:endParaRPr/>
          </a:p>
        </p:txBody>
      </p:sp>
      <p:pic>
        <p:nvPicPr>
          <p:cNvPr id="114" name="Google Shape;114;p24"/>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eader only">
  <p:cSld name="Header only">
    <p:spTree>
      <p:nvGrpSpPr>
        <p:cNvPr id="1" name="Shape 115"/>
        <p:cNvGrpSpPr/>
        <p:nvPr/>
      </p:nvGrpSpPr>
      <p:grpSpPr>
        <a:xfrm>
          <a:off x="0" y="0"/>
          <a:ext cx="0" cy="0"/>
          <a:chOff x="0" y="0"/>
          <a:chExt cx="0" cy="0"/>
        </a:xfrm>
      </p:grpSpPr>
      <p:sp>
        <p:nvSpPr>
          <p:cNvPr id="116" name="Google Shape;116;p25"/>
          <p:cNvSpPr txBox="1">
            <a:spLocks noGrp="1"/>
          </p:cNvSpPr>
          <p:nvPr>
            <p:ph type="title"/>
          </p:nvPr>
        </p:nvSpPr>
        <p:spPr>
          <a:xfrm>
            <a:off x="540000" y="360000"/>
            <a:ext cx="8064000" cy="540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117" name="Google Shape;117;p2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 Empty">
  <p:cSld name="1) Empty">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674700" y="579450"/>
            <a:ext cx="5826000" cy="444600"/>
          </a:xfrm>
          <a:prstGeom prst="rect">
            <a:avLst/>
          </a:prstGeom>
          <a:noFill/>
          <a:ln>
            <a:noFill/>
          </a:ln>
        </p:spPr>
        <p:txBody>
          <a:bodyPr spcFirstLastPara="1" wrap="square" lIns="68600" tIns="68600" rIns="68600" bIns="68600" anchor="t" anchorCtr="0">
            <a:noAutofit/>
          </a:bodyPr>
          <a:lstStyle>
            <a:lvl1pPr lvl="0" algn="l">
              <a:lnSpc>
                <a:spcPct val="100000"/>
              </a:lnSpc>
              <a:spcBef>
                <a:spcPts val="0"/>
              </a:spcBef>
              <a:spcAft>
                <a:spcPts val="0"/>
              </a:spcAft>
              <a:buSzPts val="1100"/>
              <a:buNone/>
              <a:defRPr>
                <a:latin typeface="Montserrat"/>
                <a:ea typeface="Montserrat"/>
                <a:cs typeface="Montserrat"/>
                <a:sym typeface="Montserrat"/>
              </a:defRPr>
            </a:lvl1pPr>
            <a:lvl2pPr lvl="1" algn="l">
              <a:lnSpc>
                <a:spcPct val="100000"/>
              </a:lnSpc>
              <a:spcBef>
                <a:spcPts val="0"/>
              </a:spcBef>
              <a:spcAft>
                <a:spcPts val="0"/>
              </a:spcAft>
              <a:buSzPts val="1100"/>
              <a:buNone/>
              <a:defRPr>
                <a:latin typeface="Montserrat"/>
                <a:ea typeface="Montserrat"/>
                <a:cs typeface="Montserrat"/>
                <a:sym typeface="Montserrat"/>
              </a:defRPr>
            </a:lvl2pPr>
            <a:lvl3pPr lvl="2" algn="l">
              <a:lnSpc>
                <a:spcPct val="100000"/>
              </a:lnSpc>
              <a:spcBef>
                <a:spcPts val="0"/>
              </a:spcBef>
              <a:spcAft>
                <a:spcPts val="0"/>
              </a:spcAft>
              <a:buSzPts val="1100"/>
              <a:buNone/>
              <a:defRPr>
                <a:latin typeface="Montserrat"/>
                <a:ea typeface="Montserrat"/>
                <a:cs typeface="Montserrat"/>
                <a:sym typeface="Montserrat"/>
              </a:defRPr>
            </a:lvl3pPr>
            <a:lvl4pPr lvl="3" algn="l">
              <a:lnSpc>
                <a:spcPct val="100000"/>
              </a:lnSpc>
              <a:spcBef>
                <a:spcPts val="0"/>
              </a:spcBef>
              <a:spcAft>
                <a:spcPts val="0"/>
              </a:spcAft>
              <a:buSzPts val="1100"/>
              <a:buNone/>
              <a:defRPr>
                <a:latin typeface="Montserrat"/>
                <a:ea typeface="Montserrat"/>
                <a:cs typeface="Montserrat"/>
                <a:sym typeface="Montserrat"/>
              </a:defRPr>
            </a:lvl4pPr>
            <a:lvl5pPr lvl="4" algn="l">
              <a:lnSpc>
                <a:spcPct val="100000"/>
              </a:lnSpc>
              <a:spcBef>
                <a:spcPts val="0"/>
              </a:spcBef>
              <a:spcAft>
                <a:spcPts val="0"/>
              </a:spcAft>
              <a:buSzPts val="1100"/>
              <a:buNone/>
              <a:defRPr>
                <a:latin typeface="Montserrat"/>
                <a:ea typeface="Montserrat"/>
                <a:cs typeface="Montserrat"/>
                <a:sym typeface="Montserrat"/>
              </a:defRPr>
            </a:lvl5pPr>
            <a:lvl6pPr lvl="5" algn="l">
              <a:lnSpc>
                <a:spcPct val="100000"/>
              </a:lnSpc>
              <a:spcBef>
                <a:spcPts val="0"/>
              </a:spcBef>
              <a:spcAft>
                <a:spcPts val="0"/>
              </a:spcAft>
              <a:buSzPts val="1100"/>
              <a:buNone/>
              <a:defRPr>
                <a:latin typeface="Montserrat"/>
                <a:ea typeface="Montserrat"/>
                <a:cs typeface="Montserrat"/>
                <a:sym typeface="Montserrat"/>
              </a:defRPr>
            </a:lvl6pPr>
            <a:lvl7pPr lvl="6" algn="l">
              <a:lnSpc>
                <a:spcPct val="100000"/>
              </a:lnSpc>
              <a:spcBef>
                <a:spcPts val="0"/>
              </a:spcBef>
              <a:spcAft>
                <a:spcPts val="0"/>
              </a:spcAft>
              <a:buSzPts val="1100"/>
              <a:buNone/>
              <a:defRPr>
                <a:latin typeface="Montserrat"/>
                <a:ea typeface="Montserrat"/>
                <a:cs typeface="Montserrat"/>
                <a:sym typeface="Montserrat"/>
              </a:defRPr>
            </a:lvl7pPr>
            <a:lvl8pPr lvl="7" algn="l">
              <a:lnSpc>
                <a:spcPct val="100000"/>
              </a:lnSpc>
              <a:spcBef>
                <a:spcPts val="0"/>
              </a:spcBef>
              <a:spcAft>
                <a:spcPts val="0"/>
              </a:spcAft>
              <a:buSzPts val="1100"/>
              <a:buNone/>
              <a:defRPr>
                <a:latin typeface="Montserrat"/>
                <a:ea typeface="Montserrat"/>
                <a:cs typeface="Montserrat"/>
                <a:sym typeface="Montserrat"/>
              </a:defRPr>
            </a:lvl8pPr>
            <a:lvl9pPr lvl="8" algn="l">
              <a:lnSpc>
                <a:spcPct val="100000"/>
              </a:lnSpc>
              <a:spcBef>
                <a:spcPts val="0"/>
              </a:spcBef>
              <a:spcAft>
                <a:spcPts val="0"/>
              </a:spcAft>
              <a:buSzPts val="1100"/>
              <a:buNone/>
              <a:defRPr>
                <a:latin typeface="Montserrat"/>
                <a:ea typeface="Montserrat"/>
                <a:cs typeface="Montserrat"/>
                <a:sym typeface="Montserrat"/>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6_Blank White template">
  <p:cSld name="16_Blank White template">
    <p:spTree>
      <p:nvGrpSpPr>
        <p:cNvPr id="1" name="Shape 120"/>
        <p:cNvGrpSpPr/>
        <p:nvPr/>
      </p:nvGrpSpPr>
      <p:grpSpPr>
        <a:xfrm>
          <a:off x="0" y="0"/>
          <a:ext cx="0" cy="0"/>
          <a:chOff x="0" y="0"/>
          <a:chExt cx="0" cy="0"/>
        </a:xfrm>
      </p:grpSpPr>
      <p:sp>
        <p:nvSpPr>
          <p:cNvPr id="121" name="Google Shape;121;p27"/>
          <p:cNvSpPr txBox="1">
            <a:spLocks noGrp="1"/>
          </p:cNvSpPr>
          <p:nvPr>
            <p:ph type="sldNum" idx="12"/>
          </p:nvPr>
        </p:nvSpPr>
        <p:spPr>
          <a:xfrm>
            <a:off x="6695471" y="4718888"/>
            <a:ext cx="2057400" cy="2738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a:t>
            </a:fld>
            <a:endParaRPr/>
          </a:p>
        </p:txBody>
      </p:sp>
      <p:sp>
        <p:nvSpPr>
          <p:cNvPr id="122" name="Google Shape;122;p27"/>
          <p:cNvSpPr txBox="1">
            <a:spLocks noGrp="1"/>
          </p:cNvSpPr>
          <p:nvPr>
            <p:ph type="title"/>
          </p:nvPr>
        </p:nvSpPr>
        <p:spPr>
          <a:xfrm>
            <a:off x="391130" y="330362"/>
            <a:ext cx="8361675" cy="290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7"/>
          <p:cNvSpPr txBox="1">
            <a:spLocks noGrp="1"/>
          </p:cNvSpPr>
          <p:nvPr>
            <p:ph type="body" idx="1"/>
          </p:nvPr>
        </p:nvSpPr>
        <p:spPr>
          <a:xfrm>
            <a:off x="391129" y="939998"/>
            <a:ext cx="8361675" cy="18697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00"/>
              <a:buNone/>
              <a:defRPr/>
            </a:lvl1pPr>
            <a:lvl2pPr marL="914400" lvl="1" indent="-228600" algn="l">
              <a:lnSpc>
                <a:spcPct val="100000"/>
              </a:lnSpc>
              <a:spcBef>
                <a:spcPts val="0"/>
              </a:spcBef>
              <a:spcAft>
                <a:spcPts val="0"/>
              </a:spcAft>
              <a:buSzPts val="1100"/>
              <a:buNone/>
              <a:defRPr/>
            </a:lvl2pPr>
            <a:lvl3pPr marL="1371600" lvl="2" indent="-228600" algn="l">
              <a:lnSpc>
                <a:spcPct val="100000"/>
              </a:lnSpc>
              <a:spcBef>
                <a:spcPts val="0"/>
              </a:spcBef>
              <a:spcAft>
                <a:spcPts val="0"/>
              </a:spcAft>
              <a:buSzPts val="1100"/>
              <a:buNone/>
              <a:defRPr/>
            </a:lvl3pPr>
            <a:lvl4pPr marL="1828800" lvl="3" indent="-228600" algn="l">
              <a:lnSpc>
                <a:spcPct val="100000"/>
              </a:lnSpc>
              <a:spcBef>
                <a:spcPts val="0"/>
              </a:spcBef>
              <a:spcAft>
                <a:spcPts val="0"/>
              </a:spcAft>
              <a:buSzPts val="1100"/>
              <a:buNone/>
              <a:defRPr/>
            </a:lvl4pPr>
            <a:lvl5pPr marL="2286000" lvl="4" indent="-228600" algn="l">
              <a:lnSpc>
                <a:spcPct val="100000"/>
              </a:lnSpc>
              <a:spcBef>
                <a:spcPts val="0"/>
              </a:spcBef>
              <a:spcAft>
                <a:spcPts val="0"/>
              </a:spcAft>
              <a:buSzPts val="1100"/>
              <a:buNone/>
              <a:defRPr/>
            </a:lvl5pPr>
            <a:lvl6pPr marL="2743200" lvl="5" indent="-298450" algn="l">
              <a:lnSpc>
                <a:spcPct val="100000"/>
              </a:lnSpc>
              <a:spcBef>
                <a:spcPts val="0"/>
              </a:spcBef>
              <a:spcAft>
                <a:spcPts val="0"/>
              </a:spcAft>
              <a:buSzPts val="1100"/>
              <a:buChar char="■"/>
              <a:defRPr/>
            </a:lvl6pPr>
            <a:lvl7pPr marL="3200400" lvl="6" indent="-298450" algn="l">
              <a:lnSpc>
                <a:spcPct val="100000"/>
              </a:lnSpc>
              <a:spcBef>
                <a:spcPts val="0"/>
              </a:spcBef>
              <a:spcAft>
                <a:spcPts val="0"/>
              </a:spcAft>
              <a:buSzPts val="1100"/>
              <a:buChar char="●"/>
              <a:defRPr/>
            </a:lvl7pPr>
            <a:lvl8pPr marL="3657600" lvl="7" indent="-298450" algn="l">
              <a:lnSpc>
                <a:spcPct val="100000"/>
              </a:lnSpc>
              <a:spcBef>
                <a:spcPts val="0"/>
              </a:spcBef>
              <a:spcAft>
                <a:spcPts val="0"/>
              </a:spcAft>
              <a:buSzPts val="1100"/>
              <a:buChar char="○"/>
              <a:defRPr/>
            </a:lvl8pPr>
            <a:lvl9pPr marL="4114800" lvl="8" indent="-298450" algn="l">
              <a:lnSpc>
                <a:spcPct val="100000"/>
              </a:lnSpc>
              <a:spcBef>
                <a:spcPts val="0"/>
              </a:spcBef>
              <a:spcAft>
                <a:spcPts val="0"/>
              </a:spcAft>
              <a:buSzPts val="1100"/>
              <a:buChar char="■"/>
              <a:defRPr/>
            </a:lvl9pPr>
          </a:lstStyle>
          <a:p>
            <a:endParaRPr/>
          </a:p>
        </p:txBody>
      </p:sp>
      <p:pic>
        <p:nvPicPr>
          <p:cNvPr id="124" name="Google Shape;124;p2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5"/>
        <p:cNvGrpSpPr/>
        <p:nvPr/>
      </p:nvGrpSpPr>
      <p:grpSpPr>
        <a:xfrm>
          <a:off x="0" y="0"/>
          <a:ext cx="0" cy="0"/>
          <a:chOff x="0" y="0"/>
          <a:chExt cx="0" cy="0"/>
        </a:xfrm>
      </p:grpSpPr>
      <p:sp>
        <p:nvSpPr>
          <p:cNvPr id="126" name="Google Shape;126;p28"/>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27" name="Google Shape;127;p28"/>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pic>
        <p:nvPicPr>
          <p:cNvPr id="128" name="Google Shape;128;p28"/>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29"/>
        <p:cNvGrpSpPr/>
        <p:nvPr/>
      </p:nvGrpSpPr>
      <p:grpSpPr>
        <a:xfrm>
          <a:off x="0" y="0"/>
          <a:ext cx="0" cy="0"/>
          <a:chOff x="0" y="0"/>
          <a:chExt cx="0" cy="0"/>
        </a:xfrm>
      </p:grpSpPr>
      <p:sp>
        <p:nvSpPr>
          <p:cNvPr id="130" name="Google Shape;130;p29"/>
          <p:cNvSpPr txBox="1">
            <a:spLocks noGrp="1"/>
          </p:cNvSpPr>
          <p:nvPr>
            <p:ph type="title"/>
          </p:nvPr>
        </p:nvSpPr>
        <p:spPr>
          <a:xfrm>
            <a:off x="674700" y="579450"/>
            <a:ext cx="5826000" cy="4446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800" b="0" i="0">
                <a:solidFill>
                  <a:srgbClr val="3B3B39"/>
                </a:solidFill>
                <a:latin typeface="Verdana"/>
                <a:ea typeface="Verdana"/>
                <a:cs typeface="Verdana"/>
                <a:sym typeface="Verdan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29"/>
          <p:cNvSpPr txBox="1">
            <a:spLocks noGrp="1"/>
          </p:cNvSpPr>
          <p:nvPr>
            <p:ph type="body" idx="1"/>
          </p:nvPr>
        </p:nvSpPr>
        <p:spPr>
          <a:xfrm>
            <a:off x="706450" y="1262075"/>
            <a:ext cx="4556100" cy="2008500"/>
          </a:xfrm>
          <a:prstGeom prst="rect">
            <a:avLst/>
          </a:prstGeom>
          <a:noFill/>
          <a:ln>
            <a:noFill/>
          </a:ln>
        </p:spPr>
        <p:txBody>
          <a:bodyPr spcFirstLastPara="1" wrap="square" lIns="0" tIns="0" rIns="0" bIns="0" anchor="t" anchorCtr="0">
            <a:noAutofit/>
          </a:bodyPr>
          <a:lstStyle>
            <a:lvl1pPr marL="457200" lvl="0" indent="-298450" algn="l">
              <a:lnSpc>
                <a:spcPct val="100000"/>
              </a:lnSpc>
              <a:spcBef>
                <a:spcPts val="0"/>
              </a:spcBef>
              <a:spcAft>
                <a:spcPts val="0"/>
              </a:spcAft>
              <a:buSzPts val="1100"/>
              <a:buChar char="●"/>
              <a:defRPr sz="900" b="0" i="0">
                <a:solidFill>
                  <a:srgbClr val="55545A"/>
                </a:solidFill>
                <a:latin typeface="Verdana"/>
                <a:ea typeface="Verdana"/>
                <a:cs typeface="Verdana"/>
                <a:sym typeface="Verdana"/>
              </a:defRPr>
            </a:lvl1pPr>
            <a:lvl2pPr marL="914400" lvl="1" indent="-298450" algn="l">
              <a:lnSpc>
                <a:spcPct val="100000"/>
              </a:lnSpc>
              <a:spcBef>
                <a:spcPts val="0"/>
              </a:spcBef>
              <a:spcAft>
                <a:spcPts val="0"/>
              </a:spcAft>
              <a:buSzPts val="1100"/>
              <a:buChar char="○"/>
              <a:defRPr/>
            </a:lvl2pPr>
            <a:lvl3pPr marL="1371600" lvl="2" indent="-298450" algn="l">
              <a:lnSpc>
                <a:spcPct val="100000"/>
              </a:lnSpc>
              <a:spcBef>
                <a:spcPts val="0"/>
              </a:spcBef>
              <a:spcAft>
                <a:spcPts val="0"/>
              </a:spcAft>
              <a:buSzPts val="1100"/>
              <a:buChar char="■"/>
              <a:defRPr/>
            </a:lvl3pPr>
            <a:lvl4pPr marL="1828800" lvl="3" indent="-298450" algn="l">
              <a:lnSpc>
                <a:spcPct val="100000"/>
              </a:lnSpc>
              <a:spcBef>
                <a:spcPts val="0"/>
              </a:spcBef>
              <a:spcAft>
                <a:spcPts val="0"/>
              </a:spcAft>
              <a:buSzPts val="1100"/>
              <a:buChar char="●"/>
              <a:defRPr/>
            </a:lvl4pPr>
            <a:lvl5pPr marL="2286000" lvl="4" indent="-298450" algn="l">
              <a:lnSpc>
                <a:spcPct val="100000"/>
              </a:lnSpc>
              <a:spcBef>
                <a:spcPts val="0"/>
              </a:spcBef>
              <a:spcAft>
                <a:spcPts val="0"/>
              </a:spcAft>
              <a:buSzPts val="1100"/>
              <a:buChar char="○"/>
              <a:defRPr/>
            </a:lvl5pPr>
            <a:lvl6pPr marL="2743200" lvl="5" indent="-298450" algn="l">
              <a:lnSpc>
                <a:spcPct val="100000"/>
              </a:lnSpc>
              <a:spcBef>
                <a:spcPts val="0"/>
              </a:spcBef>
              <a:spcAft>
                <a:spcPts val="0"/>
              </a:spcAft>
              <a:buSzPts val="1100"/>
              <a:buChar char="■"/>
              <a:defRPr/>
            </a:lvl6pPr>
            <a:lvl7pPr marL="3200400" lvl="6" indent="-298450" algn="l">
              <a:lnSpc>
                <a:spcPct val="100000"/>
              </a:lnSpc>
              <a:spcBef>
                <a:spcPts val="0"/>
              </a:spcBef>
              <a:spcAft>
                <a:spcPts val="0"/>
              </a:spcAft>
              <a:buSzPts val="1100"/>
              <a:buChar char="●"/>
              <a:defRPr/>
            </a:lvl7pPr>
            <a:lvl8pPr marL="3657600" lvl="7" indent="-298450" algn="l">
              <a:lnSpc>
                <a:spcPct val="100000"/>
              </a:lnSpc>
              <a:spcBef>
                <a:spcPts val="0"/>
              </a:spcBef>
              <a:spcAft>
                <a:spcPts val="0"/>
              </a:spcAft>
              <a:buSzPts val="1100"/>
              <a:buChar char="○"/>
              <a:defRPr/>
            </a:lvl8pPr>
            <a:lvl9pPr marL="4114800" lvl="8" indent="-298450" algn="l">
              <a:lnSpc>
                <a:spcPct val="100000"/>
              </a:lnSpc>
              <a:spcBef>
                <a:spcPts val="0"/>
              </a:spcBef>
              <a:spcAft>
                <a:spcPts val="0"/>
              </a:spcAft>
              <a:buSzPts val="1100"/>
              <a:buChar char="■"/>
              <a:defRPr/>
            </a:lvl9pPr>
          </a:lstStyle>
          <a:p>
            <a:endParaRPr/>
          </a:p>
        </p:txBody>
      </p:sp>
      <p:sp>
        <p:nvSpPr>
          <p:cNvPr id="132" name="Google Shape;132;p29"/>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33" name="Google Shape;133;p29"/>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pic>
        <p:nvPicPr>
          <p:cNvPr id="134" name="Google Shape;134;p2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
        <p:nvSpPr>
          <p:cNvPr id="135" name="Google Shape;135;p29"/>
          <p:cNvSpPr txBox="1"/>
          <p:nvPr/>
        </p:nvSpPr>
        <p:spPr>
          <a:xfrm>
            <a:off x="4984500" y="4923200"/>
            <a:ext cx="4038600" cy="194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chemeClr val="dk1"/>
              </a:buClr>
              <a:buSzPts val="800"/>
              <a:buFont typeface="Montserrat"/>
              <a:buNone/>
            </a:pPr>
            <a:fld id="{00000000-1234-1234-1234-123412341234}" type="slidenum">
              <a:rPr lang="en-GB" sz="800" b="0" i="0" u="none" strike="noStrike" cap="none">
                <a:solidFill>
                  <a:schemeClr val="dk1"/>
                </a:solidFill>
                <a:latin typeface="Montserrat"/>
                <a:ea typeface="Montserrat"/>
                <a:cs typeface="Montserrat"/>
                <a:sym typeface="Montserrat"/>
              </a:rPr>
              <a:t>‹N°›</a:t>
            </a:fld>
            <a:endParaRPr sz="800" b="0" i="0" u="none" strike="noStrike" cap="none">
              <a:solidFill>
                <a:schemeClr val="dk1"/>
              </a:solidFill>
              <a:latin typeface="Montserrat"/>
              <a:ea typeface="Montserrat"/>
              <a:cs typeface="Montserrat"/>
              <a:sym typeface="Montserrat"/>
            </a:endParaRPr>
          </a:p>
        </p:txBody>
      </p:sp>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0) Divider - Title left double pink dots">
  <p:cSld name="10) Divider - Title left double pink dots">
    <p:spTree>
      <p:nvGrpSpPr>
        <p:cNvPr id="1" name="Shape 136"/>
        <p:cNvGrpSpPr/>
        <p:nvPr/>
      </p:nvGrpSpPr>
      <p:grpSpPr>
        <a:xfrm>
          <a:off x="0" y="0"/>
          <a:ext cx="0" cy="0"/>
          <a:chOff x="0" y="0"/>
          <a:chExt cx="0" cy="0"/>
        </a:xfrm>
      </p:grpSpPr>
      <p:sp>
        <p:nvSpPr>
          <p:cNvPr id="137" name="Google Shape;137;p30"/>
          <p:cNvSpPr txBox="1">
            <a:spLocks noGrp="1"/>
          </p:cNvSpPr>
          <p:nvPr>
            <p:ph type="body" idx="1"/>
          </p:nvPr>
        </p:nvSpPr>
        <p:spPr>
          <a:xfrm>
            <a:off x="5795700" y="1362925"/>
            <a:ext cx="2761200" cy="2138400"/>
          </a:xfrm>
          <a:prstGeom prst="rect">
            <a:avLst/>
          </a:prstGeom>
          <a:noFill/>
          <a:ln>
            <a:noFill/>
          </a:ln>
        </p:spPr>
        <p:txBody>
          <a:bodyPr spcFirstLastPara="1" wrap="square" lIns="0" tIns="0" rIns="0" bIns="0" anchor="t" anchorCtr="0">
            <a:noAutofit/>
          </a:bodyPr>
          <a:lstStyle>
            <a:lvl1pPr marL="457200" lvl="0"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1pPr>
            <a:lvl2pPr marL="914400" lvl="1"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2pPr>
            <a:lvl3pPr marL="1371600" lvl="2"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3pPr>
            <a:lvl4pPr marL="1828800" lvl="3"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4pPr>
            <a:lvl5pPr marL="2286000" lvl="4"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5pPr>
            <a:lvl6pPr marL="2743200" lvl="5"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6pPr>
            <a:lvl7pPr marL="3200400" lvl="6"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7pPr>
            <a:lvl8pPr marL="3657600" lvl="7"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8pPr>
            <a:lvl9pPr marL="4114800" lvl="8"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9pPr>
          </a:lstStyle>
          <a:p>
            <a:endParaRPr/>
          </a:p>
        </p:txBody>
      </p:sp>
      <p:sp>
        <p:nvSpPr>
          <p:cNvPr id="138" name="Google Shape;138;p30"/>
          <p:cNvSpPr txBox="1">
            <a:spLocks noGrp="1"/>
          </p:cNvSpPr>
          <p:nvPr>
            <p:ph type="title"/>
          </p:nvPr>
        </p:nvSpPr>
        <p:spPr>
          <a:xfrm>
            <a:off x="1080003" y="1800450"/>
            <a:ext cx="3387600" cy="15426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rgbClr val="3C3C3A"/>
              </a:buClr>
              <a:buSzPts val="2200"/>
              <a:buFont typeface="Montserrat Light"/>
              <a:buNone/>
              <a:defRPr sz="4200">
                <a:solidFill>
                  <a:srgbClr val="3C3C3A"/>
                </a:solidFill>
                <a:latin typeface="Montserrat Light"/>
                <a:ea typeface="Montserrat Light"/>
                <a:cs typeface="Montserrat Light"/>
                <a:sym typeface="Montserrat Light"/>
              </a:defRPr>
            </a:lvl1pPr>
            <a:lvl2pPr lvl="1"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2pPr>
            <a:lvl3pPr lvl="2"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3pPr>
            <a:lvl4pPr lvl="3"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4pPr>
            <a:lvl5pPr lvl="4"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5pPr>
            <a:lvl6pPr lvl="5"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6pPr>
            <a:lvl7pPr lvl="6"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7pPr>
            <a:lvl8pPr lvl="7"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8pPr>
            <a:lvl9pPr lvl="8"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9pPr>
          </a:lstStyle>
          <a:p>
            <a:endParaRPr/>
          </a:p>
        </p:txBody>
      </p:sp>
      <p:pic>
        <p:nvPicPr>
          <p:cNvPr id="139" name="Google Shape;139;p3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3655500"/>
            <a:ext cx="591600" cy="1488000"/>
          </a:xfrm>
          <a:prstGeom prst="rect">
            <a:avLst/>
          </a:prstGeom>
          <a:noFill/>
          <a:ln>
            <a:noFill/>
          </a:ln>
        </p:spPr>
      </p:pic>
      <p:pic>
        <p:nvPicPr>
          <p:cNvPr id="140" name="Google Shape;140;p3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
        <p:nvSpPr>
          <p:cNvPr id="141" name="Google Shape;141;p30"/>
          <p:cNvSpPr txBox="1"/>
          <p:nvPr/>
        </p:nvSpPr>
        <p:spPr>
          <a:xfrm>
            <a:off x="4565400" y="4783500"/>
            <a:ext cx="4038600" cy="3600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chemeClr val="dk1"/>
              </a:buClr>
              <a:buSzPts val="800"/>
              <a:buFont typeface="Montserrat Medium"/>
              <a:buNone/>
            </a:pPr>
            <a:fld id="{00000000-1234-1234-1234-123412341234}" type="slidenum">
              <a:rPr lang="en-GB" sz="800" b="0" i="0" u="none" strike="noStrike" cap="none">
                <a:solidFill>
                  <a:schemeClr val="dk1"/>
                </a:solidFill>
                <a:latin typeface="Montserrat Medium"/>
                <a:ea typeface="Montserrat Medium"/>
                <a:cs typeface="Montserrat Medium"/>
                <a:sym typeface="Montserrat Medium"/>
              </a:rPr>
              <a:t>‹N°›</a:t>
            </a:fld>
            <a:endParaRPr sz="800" b="0" i="0" u="none" strike="noStrike" cap="none">
              <a:solidFill>
                <a:schemeClr val="dk1"/>
              </a:solidFill>
              <a:latin typeface="Montserrat Medium"/>
              <a:ea typeface="Montserrat Medium"/>
              <a:cs typeface="Montserrat Medium"/>
              <a:sym typeface="Montserrat Medium"/>
            </a:endParaRPr>
          </a:p>
        </p:txBody>
      </p:sp>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64) Thank you">
  <p:cSld name="64) Thank you">
    <p:spTree>
      <p:nvGrpSpPr>
        <p:cNvPr id="1" name="Shape 142"/>
        <p:cNvGrpSpPr/>
        <p:nvPr/>
      </p:nvGrpSpPr>
      <p:grpSpPr>
        <a:xfrm>
          <a:off x="0" y="0"/>
          <a:ext cx="0" cy="0"/>
          <a:chOff x="0" y="0"/>
          <a:chExt cx="0" cy="0"/>
        </a:xfrm>
      </p:grpSpPr>
      <p:pic>
        <p:nvPicPr>
          <p:cNvPr id="143" name="Google Shape;143;p31"/>
          <p:cNvPicPr preferRelativeResize="0"/>
          <p:nvPr/>
        </p:nvPicPr>
        <p:blipFill rotWithShape="1">
          <a:blip r:embed="rId2">
            <a:alphaModFix/>
          </a:blip>
          <a:srcRect/>
          <a:stretch/>
        </p:blipFill>
        <p:spPr>
          <a:xfrm>
            <a:off x="3" y="-25"/>
            <a:ext cx="8817430" cy="4959804"/>
          </a:xfrm>
          <a:prstGeom prst="rect">
            <a:avLst/>
          </a:prstGeom>
          <a:noFill/>
          <a:ln>
            <a:noFill/>
          </a:ln>
          <a:effectLst>
            <a:outerShdw blurRad="57150" dist="19050" dir="5400000" algn="bl" rotWithShape="0">
              <a:srgbClr val="000000">
                <a:alpha val="49019"/>
              </a:srgbClr>
            </a:outerShdw>
          </a:effectLst>
        </p:spPr>
      </p:pic>
      <p:pic>
        <p:nvPicPr>
          <p:cNvPr id="144" name="Google Shape;144;p3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7225" y="553501"/>
            <a:ext cx="1115848" cy="334125"/>
          </a:xfrm>
          <a:prstGeom prst="rect">
            <a:avLst/>
          </a:prstGeom>
          <a:noFill/>
          <a:ln>
            <a:noFill/>
          </a:ln>
        </p:spPr>
      </p:pic>
      <p:sp>
        <p:nvSpPr>
          <p:cNvPr id="145" name="Google Shape;145;p31"/>
          <p:cNvSpPr txBox="1"/>
          <p:nvPr/>
        </p:nvSpPr>
        <p:spPr>
          <a:xfrm>
            <a:off x="1080000" y="2073000"/>
            <a:ext cx="6983700" cy="997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000000"/>
              </a:buClr>
              <a:buSzPts val="5300"/>
              <a:buFont typeface="Arial"/>
              <a:buNone/>
            </a:pPr>
            <a:r>
              <a:rPr lang="en-GB" sz="7100" b="0" i="0" u="none" strike="noStrike" cap="none">
                <a:solidFill>
                  <a:srgbClr val="FFFFFF"/>
                </a:solidFill>
                <a:latin typeface="Montserrat Light"/>
                <a:ea typeface="Montserrat Light"/>
                <a:cs typeface="Montserrat Light"/>
                <a:sym typeface="Montserrat Light"/>
              </a:rPr>
              <a:t>Thank</a:t>
            </a:r>
            <a:r>
              <a:rPr lang="en-GB" sz="7100" b="1" i="0" u="none" strike="noStrike" cap="none">
                <a:solidFill>
                  <a:srgbClr val="FFFFFF"/>
                </a:solidFill>
                <a:latin typeface="Montserrat"/>
                <a:ea typeface="Montserrat"/>
                <a:cs typeface="Montserrat"/>
                <a:sym typeface="Montserrat"/>
              </a:rPr>
              <a:t> you.</a:t>
            </a:r>
            <a:endParaRPr sz="7100" b="1" i="0" u="none" strike="noStrike" cap="none">
              <a:solidFill>
                <a:srgbClr val="FFFFFF"/>
              </a:solidFill>
              <a:latin typeface="Montserrat"/>
              <a:ea typeface="Montserrat"/>
              <a:cs typeface="Montserrat"/>
              <a:sym typeface="Montserra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45) Content - Display other material 1">
  <p:cSld name="45) Content - Display other material 1">
    <p:spTree>
      <p:nvGrpSpPr>
        <p:cNvPr id="1" name="Shape 146"/>
        <p:cNvGrpSpPr/>
        <p:nvPr/>
      </p:nvGrpSpPr>
      <p:grpSpPr>
        <a:xfrm>
          <a:off x="0" y="0"/>
          <a:ext cx="0" cy="0"/>
          <a:chOff x="0" y="0"/>
          <a:chExt cx="0" cy="0"/>
        </a:xfrm>
      </p:grpSpPr>
      <p:pic>
        <p:nvPicPr>
          <p:cNvPr id="147" name="Google Shape;147;p32"/>
          <p:cNvPicPr preferRelativeResize="0"/>
          <p:nvPr/>
        </p:nvPicPr>
        <p:blipFill rotWithShape="1">
          <a:blip r:embed="rId2" cstate="screen">
            <a:alphaModFix/>
            <a:extLst>
              <a:ext uri="{28A0092B-C50C-407E-A947-70E740481C1C}">
                <a14:useLocalDpi xmlns:a14="http://schemas.microsoft.com/office/drawing/2010/main"/>
              </a:ext>
            </a:extLst>
          </a:blip>
          <a:srcRect t="17177" r="70151"/>
          <a:stretch/>
        </p:blipFill>
        <p:spPr>
          <a:xfrm rot="5400000" flipH="1">
            <a:off x="7276726" y="-905925"/>
            <a:ext cx="999449" cy="2773202"/>
          </a:xfrm>
          <a:prstGeom prst="rect">
            <a:avLst/>
          </a:prstGeom>
          <a:noFill/>
          <a:ln>
            <a:noFill/>
          </a:ln>
        </p:spPr>
      </p:pic>
      <p:sp>
        <p:nvSpPr>
          <p:cNvPr id="148" name="Google Shape;148;p32"/>
          <p:cNvSpPr txBox="1"/>
          <p:nvPr/>
        </p:nvSpPr>
        <p:spPr>
          <a:xfrm>
            <a:off x="8472458" y="4663217"/>
            <a:ext cx="548700" cy="39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95959"/>
              </a:buClr>
              <a:buSzPts val="1000"/>
              <a:buFont typeface="Montserrat"/>
              <a:buNone/>
            </a:pPr>
            <a:fld id="{00000000-1234-1234-1234-123412341234}" type="slidenum">
              <a:rPr lang="en-GB" sz="1000" b="1" i="0" u="none" strike="noStrike" cap="none">
                <a:solidFill>
                  <a:srgbClr val="595959"/>
                </a:solidFill>
                <a:latin typeface="Montserrat"/>
                <a:ea typeface="Montserrat"/>
                <a:cs typeface="Montserrat"/>
                <a:sym typeface="Montserrat"/>
              </a:rPr>
              <a:t>‹N°›</a:t>
            </a:fld>
            <a:endParaRPr sz="1000" b="1" i="0" u="none" strike="noStrike" cap="none">
              <a:solidFill>
                <a:srgbClr val="595959"/>
              </a:solidFill>
              <a:latin typeface="Montserrat"/>
              <a:ea typeface="Montserrat"/>
              <a:cs typeface="Montserrat"/>
              <a:sym typeface="Montserrat"/>
            </a:endParaRPr>
          </a:p>
        </p:txBody>
      </p:sp>
      <p:sp>
        <p:nvSpPr>
          <p:cNvPr id="149" name="Google Shape;149;p32"/>
          <p:cNvSpPr txBox="1">
            <a:spLocks noGrp="1"/>
          </p:cNvSpPr>
          <p:nvPr>
            <p:ph type="title"/>
          </p:nvPr>
        </p:nvSpPr>
        <p:spPr>
          <a:xfrm>
            <a:off x="587225" y="607050"/>
            <a:ext cx="4821600" cy="2775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4"/>
        <p:cNvGrpSpPr/>
        <p:nvPr/>
      </p:nvGrpSpPr>
      <p:grpSpPr>
        <a:xfrm>
          <a:off x="0" y="0"/>
          <a:ext cx="0" cy="0"/>
          <a:chOff x="0" y="0"/>
          <a:chExt cx="0" cy="0"/>
        </a:xfrm>
      </p:grpSpPr>
      <p:sp>
        <p:nvSpPr>
          <p:cNvPr id="165" name="Google Shape;165;p34"/>
          <p:cNvSpPr txBox="1">
            <a:spLocks noGrp="1"/>
          </p:cNvSpPr>
          <p:nvPr>
            <p:ph type="title"/>
          </p:nvPr>
        </p:nvSpPr>
        <p:spPr>
          <a:xfrm>
            <a:off x="457200" y="205740"/>
            <a:ext cx="8229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400" b="1">
                <a:solidFill>
                  <a:srgbClr val="9C6E0D"/>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6" name="Google Shape;166;p34"/>
          <p:cNvSpPr txBox="1">
            <a:spLocks noGrp="1"/>
          </p:cNvSpPr>
          <p:nvPr>
            <p:ph type="sldNum" idx="12"/>
          </p:nvPr>
        </p:nvSpPr>
        <p:spPr>
          <a:xfrm>
            <a:off x="6922240" y="4856789"/>
            <a:ext cx="2103000" cy="126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GB"/>
              <a:t>‹N°›</a:t>
            </a:fld>
            <a:endParaRPr/>
          </a:p>
        </p:txBody>
      </p:sp>
      <p:sp>
        <p:nvSpPr>
          <p:cNvPr id="167" name="Google Shape;167;p34"/>
          <p:cNvSpPr txBox="1">
            <a:spLocks noGrp="1"/>
          </p:cNvSpPr>
          <p:nvPr>
            <p:ph type="dt" idx="10"/>
          </p:nvPr>
        </p:nvSpPr>
        <p:spPr>
          <a:xfrm>
            <a:off x="292261" y="4856789"/>
            <a:ext cx="2103000" cy="10767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888888"/>
              </a:buClr>
              <a:buSzPts val="1100"/>
              <a:buFont typeface="Montserrat"/>
              <a:buNone/>
              <a:defRPr sz="7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68"/>
        <p:cNvGrpSpPr/>
        <p:nvPr/>
      </p:nvGrpSpPr>
      <p:grpSpPr>
        <a:xfrm>
          <a:off x="0" y="0"/>
          <a:ext cx="0" cy="0"/>
          <a:chOff x="0" y="0"/>
          <a:chExt cx="0" cy="0"/>
        </a:xfrm>
      </p:grpSpPr>
      <p:sp>
        <p:nvSpPr>
          <p:cNvPr id="169" name="Google Shape;169;p35"/>
          <p:cNvSpPr txBox="1">
            <a:spLocks noGrp="1"/>
          </p:cNvSpPr>
          <p:nvPr>
            <p:ph type="title"/>
          </p:nvPr>
        </p:nvSpPr>
        <p:spPr>
          <a:xfrm>
            <a:off x="457200" y="205740"/>
            <a:ext cx="8229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400" b="1">
                <a:solidFill>
                  <a:srgbClr val="9C6E0D"/>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0" name="Google Shape;170;p35"/>
          <p:cNvSpPr txBox="1">
            <a:spLocks noGrp="1"/>
          </p:cNvSpPr>
          <p:nvPr>
            <p:ph type="sldNum" idx="12"/>
          </p:nvPr>
        </p:nvSpPr>
        <p:spPr>
          <a:xfrm>
            <a:off x="6922240" y="4856789"/>
            <a:ext cx="2103000" cy="126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GB"/>
              <a:t>‹N°›</a:t>
            </a:fld>
            <a:endParaRPr/>
          </a:p>
        </p:txBody>
      </p:sp>
      <p:sp>
        <p:nvSpPr>
          <p:cNvPr id="171" name="Google Shape;171;p35"/>
          <p:cNvSpPr txBox="1">
            <a:spLocks noGrp="1"/>
          </p:cNvSpPr>
          <p:nvPr>
            <p:ph type="dt" idx="10"/>
          </p:nvPr>
        </p:nvSpPr>
        <p:spPr>
          <a:xfrm>
            <a:off x="292261" y="4856789"/>
            <a:ext cx="2103000" cy="126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mpaign summary">
  <p:cSld name="Campaign summary">
    <p:spTree>
      <p:nvGrpSpPr>
        <p:cNvPr id="1" name="Shape 172"/>
        <p:cNvGrpSpPr/>
        <p:nvPr/>
      </p:nvGrpSpPr>
      <p:grpSpPr>
        <a:xfrm>
          <a:off x="0" y="0"/>
          <a:ext cx="0" cy="0"/>
          <a:chOff x="0" y="0"/>
          <a:chExt cx="0" cy="0"/>
        </a:xfrm>
      </p:grpSpPr>
      <p:sp>
        <p:nvSpPr>
          <p:cNvPr id="173" name="Google Shape;173;p36"/>
          <p:cNvSpPr txBox="1">
            <a:spLocks noGrp="1"/>
          </p:cNvSpPr>
          <p:nvPr>
            <p:ph type="body" idx="1"/>
          </p:nvPr>
        </p:nvSpPr>
        <p:spPr>
          <a:xfrm>
            <a:off x="540000" y="1080000"/>
            <a:ext cx="6156300" cy="34674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1pPr>
            <a:lvl2pPr marL="914400" lvl="1"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2pPr>
            <a:lvl3pPr marL="1371600" lvl="2"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3pPr>
            <a:lvl4pPr marL="1828800" lvl="3"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4pPr>
            <a:lvl5pPr marL="2286000" lvl="4"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5pPr>
            <a:lvl6pPr marL="2743200" lvl="5"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6pPr>
            <a:lvl7pPr marL="3200400" lvl="6"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7pPr>
            <a:lvl8pPr marL="3657600" lvl="7"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8pPr>
            <a:lvl9pPr marL="4114800" lvl="8"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9pPr>
          </a:lstStyle>
          <a:p>
            <a:endParaRPr/>
          </a:p>
        </p:txBody>
      </p:sp>
      <p:sp>
        <p:nvSpPr>
          <p:cNvPr id="174" name="Google Shape;174;p36"/>
          <p:cNvSpPr txBox="1">
            <a:spLocks noGrp="1"/>
          </p:cNvSpPr>
          <p:nvPr>
            <p:ph type="title"/>
          </p:nvPr>
        </p:nvSpPr>
        <p:spPr>
          <a:xfrm>
            <a:off x="540000" y="360000"/>
            <a:ext cx="8064000" cy="288000"/>
          </a:xfrm>
          <a:prstGeom prst="rect">
            <a:avLst/>
          </a:prstGeom>
          <a:noFill/>
          <a:ln>
            <a:noFill/>
          </a:ln>
        </p:spPr>
        <p:txBody>
          <a:bodyPr spcFirstLastPara="1" wrap="square" lIns="68600" tIns="68600" rIns="68600" bIns="6860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endParaRPr/>
          </a:p>
        </p:txBody>
      </p:sp>
      <p:sp>
        <p:nvSpPr>
          <p:cNvPr id="175" name="Google Shape;175;p36"/>
          <p:cNvSpPr txBox="1">
            <a:spLocks noGrp="1"/>
          </p:cNvSpPr>
          <p:nvPr>
            <p:ph type="subTitle" idx="2"/>
          </p:nvPr>
        </p:nvSpPr>
        <p:spPr>
          <a:xfrm>
            <a:off x="540000" y="648125"/>
            <a:ext cx="8064000" cy="252000"/>
          </a:xfrm>
          <a:prstGeom prst="rect">
            <a:avLst/>
          </a:prstGeom>
          <a:noFill/>
          <a:ln>
            <a:noFill/>
          </a:ln>
        </p:spPr>
        <p:txBody>
          <a:bodyPr spcFirstLastPara="1" wrap="square" lIns="68600" tIns="68600" rIns="68600" bIns="68600" anchor="ctr" anchorCtr="0">
            <a:noAutofit/>
          </a:bodyPr>
          <a:lstStyle>
            <a:lvl1pPr lvl="0" algn="l">
              <a:lnSpc>
                <a:spcPct val="100000"/>
              </a:lnSpc>
              <a:spcBef>
                <a:spcPts val="0"/>
              </a:spcBef>
              <a:spcAft>
                <a:spcPts val="0"/>
              </a:spcAft>
              <a:buClr>
                <a:schemeClr val="dk1"/>
              </a:buClr>
              <a:buSzPts val="1100"/>
              <a:buFont typeface="Montserrat"/>
              <a:buNone/>
              <a:defRPr>
                <a:latin typeface="Montserrat"/>
                <a:ea typeface="Montserrat"/>
                <a:cs typeface="Montserrat"/>
                <a:sym typeface="Montserrat"/>
              </a:defRPr>
            </a:lvl1pPr>
            <a:lvl2pPr lvl="1" algn="l">
              <a:lnSpc>
                <a:spcPct val="100000"/>
              </a:lnSpc>
              <a:spcBef>
                <a:spcPts val="0"/>
              </a:spcBef>
              <a:spcAft>
                <a:spcPts val="0"/>
              </a:spcAft>
              <a:buClr>
                <a:schemeClr val="dk1"/>
              </a:buClr>
              <a:buSzPts val="1000"/>
              <a:buNone/>
              <a:defRPr sz="1300"/>
            </a:lvl2pPr>
            <a:lvl3pPr lvl="2" algn="l">
              <a:lnSpc>
                <a:spcPct val="100000"/>
              </a:lnSpc>
              <a:spcBef>
                <a:spcPts val="0"/>
              </a:spcBef>
              <a:spcAft>
                <a:spcPts val="0"/>
              </a:spcAft>
              <a:buClr>
                <a:schemeClr val="dk1"/>
              </a:buClr>
              <a:buSzPts val="1000"/>
              <a:buNone/>
              <a:defRPr sz="1300"/>
            </a:lvl3pPr>
            <a:lvl4pPr lvl="3" algn="l">
              <a:lnSpc>
                <a:spcPct val="100000"/>
              </a:lnSpc>
              <a:spcBef>
                <a:spcPts val="0"/>
              </a:spcBef>
              <a:spcAft>
                <a:spcPts val="0"/>
              </a:spcAft>
              <a:buClr>
                <a:schemeClr val="dk1"/>
              </a:buClr>
              <a:buSzPts val="1000"/>
              <a:buNone/>
              <a:defRPr sz="1300"/>
            </a:lvl4pPr>
            <a:lvl5pPr lvl="4" algn="l">
              <a:lnSpc>
                <a:spcPct val="100000"/>
              </a:lnSpc>
              <a:spcBef>
                <a:spcPts val="0"/>
              </a:spcBef>
              <a:spcAft>
                <a:spcPts val="0"/>
              </a:spcAft>
              <a:buClr>
                <a:schemeClr val="dk1"/>
              </a:buClr>
              <a:buSzPts val="1000"/>
              <a:buNone/>
              <a:defRPr sz="1300"/>
            </a:lvl5pPr>
            <a:lvl6pPr lvl="5" algn="l">
              <a:lnSpc>
                <a:spcPct val="100000"/>
              </a:lnSpc>
              <a:spcBef>
                <a:spcPts val="0"/>
              </a:spcBef>
              <a:spcAft>
                <a:spcPts val="0"/>
              </a:spcAft>
              <a:buClr>
                <a:schemeClr val="dk1"/>
              </a:buClr>
              <a:buSzPts val="1000"/>
              <a:buNone/>
              <a:defRPr sz="1300"/>
            </a:lvl6pPr>
            <a:lvl7pPr lvl="6" algn="l">
              <a:lnSpc>
                <a:spcPct val="100000"/>
              </a:lnSpc>
              <a:spcBef>
                <a:spcPts val="0"/>
              </a:spcBef>
              <a:spcAft>
                <a:spcPts val="0"/>
              </a:spcAft>
              <a:buClr>
                <a:schemeClr val="dk1"/>
              </a:buClr>
              <a:buSzPts val="1000"/>
              <a:buNone/>
              <a:defRPr sz="1300"/>
            </a:lvl7pPr>
            <a:lvl8pPr lvl="7" algn="l">
              <a:lnSpc>
                <a:spcPct val="100000"/>
              </a:lnSpc>
              <a:spcBef>
                <a:spcPts val="0"/>
              </a:spcBef>
              <a:spcAft>
                <a:spcPts val="0"/>
              </a:spcAft>
              <a:buClr>
                <a:schemeClr val="dk1"/>
              </a:buClr>
              <a:buSzPts val="1000"/>
              <a:buNone/>
              <a:defRPr sz="1300"/>
            </a:lvl8pPr>
            <a:lvl9pPr lvl="8" algn="l">
              <a:lnSpc>
                <a:spcPct val="100000"/>
              </a:lnSpc>
              <a:spcBef>
                <a:spcPts val="0"/>
              </a:spcBef>
              <a:spcAft>
                <a:spcPts val="0"/>
              </a:spcAft>
              <a:buClr>
                <a:schemeClr val="dk1"/>
              </a:buClr>
              <a:buSzPts val="1000"/>
              <a:buNone/>
              <a:defRPr sz="1300"/>
            </a:lvl9pPr>
          </a:lstStyle>
          <a:p>
            <a:endParaRPr/>
          </a:p>
        </p:txBody>
      </p:sp>
      <p:sp>
        <p:nvSpPr>
          <p:cNvPr id="176" name="Google Shape;176;p36"/>
          <p:cNvSpPr/>
          <p:nvPr/>
        </p:nvSpPr>
        <p:spPr>
          <a:xfrm>
            <a:off x="6896050" y="1079975"/>
            <a:ext cx="1708200" cy="3467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Montserrat Light"/>
              <a:ea typeface="Montserrat Light"/>
              <a:cs typeface="Montserrat Light"/>
              <a:sym typeface="Montserrat Light"/>
            </a:endParaRPr>
          </a:p>
        </p:txBody>
      </p:sp>
      <p:sp>
        <p:nvSpPr>
          <p:cNvPr id="177" name="Google Shape;177;p36"/>
          <p:cNvSpPr txBox="1">
            <a:spLocks noGrp="1"/>
          </p:cNvSpPr>
          <p:nvPr>
            <p:ph type="body" idx="3"/>
          </p:nvPr>
        </p:nvSpPr>
        <p:spPr>
          <a:xfrm>
            <a:off x="6984550" y="1465500"/>
            <a:ext cx="1531200" cy="2975700"/>
          </a:xfrm>
          <a:prstGeom prst="rect">
            <a:avLst/>
          </a:prstGeom>
          <a:noFill/>
          <a:ln>
            <a:noFill/>
          </a:ln>
        </p:spPr>
        <p:txBody>
          <a:bodyPr spcFirstLastPara="1" wrap="square" lIns="0" tIns="0" rIns="0" bIns="0" anchor="t" anchorCtr="0">
            <a:noAutofit/>
          </a:bodyPr>
          <a:lstStyle>
            <a:lvl1pPr marL="457200" lvl="0"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1pPr>
            <a:lvl2pPr marL="914400" lvl="1"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2pPr>
            <a:lvl3pPr marL="1371600" lvl="2"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3pPr>
            <a:lvl4pPr marL="1828800" lvl="3"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4pPr>
            <a:lvl5pPr marL="2286000" lvl="4"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5pPr>
            <a:lvl6pPr marL="2743200" lvl="5"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6pPr>
            <a:lvl7pPr marL="3200400" lvl="6"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7pPr>
            <a:lvl8pPr marL="3657600" lvl="7"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8pPr>
            <a:lvl9pPr marL="4114800" lvl="8"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9pPr>
          </a:lstStyle>
          <a:p>
            <a:endParaRPr/>
          </a:p>
        </p:txBody>
      </p:sp>
      <p:sp>
        <p:nvSpPr>
          <p:cNvPr id="178" name="Google Shape;178;p36"/>
          <p:cNvSpPr txBox="1">
            <a:spLocks noGrp="1"/>
          </p:cNvSpPr>
          <p:nvPr>
            <p:ph type="subTitle" idx="4"/>
          </p:nvPr>
        </p:nvSpPr>
        <p:spPr>
          <a:xfrm>
            <a:off x="6984550" y="1192950"/>
            <a:ext cx="1531200" cy="134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with Subtitle">
  <p:cSld name="Title Only with Subtitle">
    <p:spTree>
      <p:nvGrpSpPr>
        <p:cNvPr id="1" name="Shape 179"/>
        <p:cNvGrpSpPr/>
        <p:nvPr/>
      </p:nvGrpSpPr>
      <p:grpSpPr>
        <a:xfrm>
          <a:off x="0" y="0"/>
          <a:ext cx="0" cy="0"/>
          <a:chOff x="0" y="0"/>
          <a:chExt cx="0" cy="0"/>
        </a:xfrm>
      </p:grpSpPr>
      <p:sp>
        <p:nvSpPr>
          <p:cNvPr id="180" name="Google Shape;180;p37"/>
          <p:cNvSpPr txBox="1">
            <a:spLocks noGrp="1"/>
          </p:cNvSpPr>
          <p:nvPr>
            <p:ph type="title"/>
          </p:nvPr>
        </p:nvSpPr>
        <p:spPr>
          <a:xfrm>
            <a:off x="337029" y="233533"/>
            <a:ext cx="8393700" cy="897000"/>
          </a:xfrm>
          <a:prstGeom prst="rect">
            <a:avLst/>
          </a:prstGeom>
          <a:noFill/>
          <a:ln>
            <a:noFill/>
          </a:ln>
        </p:spPr>
        <p:txBody>
          <a:bodyPr spcFirstLastPara="1" wrap="square" lIns="51425" tIns="25700" rIns="51425" bIns="25700" anchor="t" anchorCtr="0">
            <a:noAutofit/>
          </a:bodyPr>
          <a:lstStyle>
            <a:lvl1pPr lvl="0" algn="l">
              <a:lnSpc>
                <a:spcPct val="100000"/>
              </a:lnSpc>
              <a:spcBef>
                <a:spcPts val="0"/>
              </a:spcBef>
              <a:spcAft>
                <a:spcPts val="0"/>
              </a:spcAft>
              <a:buClr>
                <a:schemeClr val="dk1"/>
              </a:buClr>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1" name="Google Shape;181;p37"/>
          <p:cNvSpPr txBox="1">
            <a:spLocks noGrp="1"/>
          </p:cNvSpPr>
          <p:nvPr>
            <p:ph type="body" idx="1"/>
          </p:nvPr>
        </p:nvSpPr>
        <p:spPr>
          <a:xfrm>
            <a:off x="336130" y="631589"/>
            <a:ext cx="8396400" cy="270900"/>
          </a:xfrm>
          <a:prstGeom prst="rect">
            <a:avLst/>
          </a:prstGeom>
          <a:noFill/>
          <a:ln>
            <a:noFill/>
          </a:ln>
        </p:spPr>
        <p:txBody>
          <a:bodyPr spcFirstLastPara="1" wrap="square" lIns="51425" tIns="25700" rIns="51425" bIns="25700" anchor="t" anchorCtr="0">
            <a:noAutofit/>
          </a:bodyPr>
          <a:lstStyle>
            <a:lvl1pPr marL="457200" lvl="0" indent="-228600" algn="l">
              <a:lnSpc>
                <a:spcPct val="100000"/>
              </a:lnSpc>
              <a:spcBef>
                <a:spcPts val="300"/>
              </a:spcBef>
              <a:spcAft>
                <a:spcPts val="0"/>
              </a:spcAft>
              <a:buClr>
                <a:schemeClr val="dk1"/>
              </a:buClr>
              <a:buSzPts val="1100"/>
              <a:buFont typeface="Century Gothic"/>
              <a:buNone/>
              <a:defRPr sz="1500"/>
            </a:lvl1pPr>
            <a:lvl2pPr marL="914400" lvl="1" indent="-298450" algn="l">
              <a:lnSpc>
                <a:spcPct val="100000"/>
              </a:lnSpc>
              <a:spcBef>
                <a:spcPts val="500"/>
              </a:spcBef>
              <a:spcAft>
                <a:spcPts val="0"/>
              </a:spcAft>
              <a:buClr>
                <a:schemeClr val="dk1"/>
              </a:buClr>
              <a:buSzPts val="1100"/>
              <a:buChar char="○"/>
              <a:defRPr/>
            </a:lvl2pPr>
            <a:lvl3pPr marL="1371600" lvl="2" indent="-298450" algn="l">
              <a:lnSpc>
                <a:spcPct val="100000"/>
              </a:lnSpc>
              <a:spcBef>
                <a:spcPts val="500"/>
              </a:spcBef>
              <a:spcAft>
                <a:spcPts val="0"/>
              </a:spcAft>
              <a:buClr>
                <a:schemeClr val="dk1"/>
              </a:buClr>
              <a:buSzPts val="1100"/>
              <a:buChar char="■"/>
              <a:defRPr/>
            </a:lvl3pPr>
            <a:lvl4pPr marL="1828800" lvl="3" indent="-298450" algn="l">
              <a:lnSpc>
                <a:spcPct val="100000"/>
              </a:lnSpc>
              <a:spcBef>
                <a:spcPts val="500"/>
              </a:spcBef>
              <a:spcAft>
                <a:spcPts val="0"/>
              </a:spcAft>
              <a:buClr>
                <a:schemeClr val="dk1"/>
              </a:buClr>
              <a:buSzPts val="1100"/>
              <a:buChar char="●"/>
              <a:defRPr/>
            </a:lvl4pPr>
            <a:lvl5pPr marL="2286000" lvl="4" indent="-298450" algn="l">
              <a:lnSpc>
                <a:spcPct val="100000"/>
              </a:lnSpc>
              <a:spcBef>
                <a:spcPts val="500"/>
              </a:spcBef>
              <a:spcAft>
                <a:spcPts val="0"/>
              </a:spcAft>
              <a:buClr>
                <a:schemeClr val="dk1"/>
              </a:buClr>
              <a:buSzPts val="1100"/>
              <a:buChar char="○"/>
              <a:defRPr/>
            </a:lvl5pPr>
            <a:lvl6pPr marL="2743200" lvl="5" indent="-298450" algn="l">
              <a:lnSpc>
                <a:spcPct val="90000"/>
              </a:lnSpc>
              <a:spcBef>
                <a:spcPts val="500"/>
              </a:spcBef>
              <a:spcAft>
                <a:spcPts val="0"/>
              </a:spcAft>
              <a:buClr>
                <a:schemeClr val="dk1"/>
              </a:buClr>
              <a:buSzPts val="1100"/>
              <a:buChar char="■"/>
              <a:defRPr/>
            </a:lvl6pPr>
            <a:lvl7pPr marL="3200400" lvl="6" indent="-298450" algn="l">
              <a:lnSpc>
                <a:spcPct val="90000"/>
              </a:lnSpc>
              <a:spcBef>
                <a:spcPts val="400"/>
              </a:spcBef>
              <a:spcAft>
                <a:spcPts val="0"/>
              </a:spcAft>
              <a:buClr>
                <a:schemeClr val="dk1"/>
              </a:buClr>
              <a:buSzPts val="1100"/>
              <a:buChar char="●"/>
              <a:defRPr/>
            </a:lvl7pPr>
            <a:lvl8pPr marL="3657600" lvl="7" indent="-298450" algn="l">
              <a:lnSpc>
                <a:spcPct val="90000"/>
              </a:lnSpc>
              <a:spcBef>
                <a:spcPts val="400"/>
              </a:spcBef>
              <a:spcAft>
                <a:spcPts val="0"/>
              </a:spcAft>
              <a:buClr>
                <a:schemeClr val="dk1"/>
              </a:buClr>
              <a:buSzPts val="1100"/>
              <a:buChar char="○"/>
              <a:defRPr/>
            </a:lvl8pPr>
            <a:lvl9pPr marL="4114800" lvl="8" indent="-298450" algn="l">
              <a:lnSpc>
                <a:spcPct val="90000"/>
              </a:lnSpc>
              <a:spcBef>
                <a:spcPts val="400"/>
              </a:spcBef>
              <a:spcAft>
                <a:spcPts val="0"/>
              </a:spcAft>
              <a:buClr>
                <a:schemeClr val="dk1"/>
              </a:buClr>
              <a:buSzPts val="11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5) Content - Display other material 1 1">
  <p:cSld name="45) Content - Display other material 1 1">
    <p:spTree>
      <p:nvGrpSpPr>
        <p:cNvPr id="1" name="Shape 182"/>
        <p:cNvGrpSpPr/>
        <p:nvPr/>
      </p:nvGrpSpPr>
      <p:grpSpPr>
        <a:xfrm>
          <a:off x="0" y="0"/>
          <a:ext cx="0" cy="0"/>
          <a:chOff x="0" y="0"/>
          <a:chExt cx="0" cy="0"/>
        </a:xfrm>
      </p:grpSpPr>
      <p:pic>
        <p:nvPicPr>
          <p:cNvPr id="183" name="Google Shape;183;p38"/>
          <p:cNvPicPr preferRelativeResize="0"/>
          <p:nvPr/>
        </p:nvPicPr>
        <p:blipFill rotWithShape="1">
          <a:blip r:embed="rId2" cstate="screen">
            <a:alphaModFix/>
            <a:extLst>
              <a:ext uri="{28A0092B-C50C-407E-A947-70E740481C1C}">
                <a14:useLocalDpi xmlns:a14="http://schemas.microsoft.com/office/drawing/2010/main"/>
              </a:ext>
            </a:extLst>
          </a:blip>
          <a:srcRect t="17177" r="70151"/>
          <a:stretch/>
        </p:blipFill>
        <p:spPr>
          <a:xfrm rot="5400000" flipH="1">
            <a:off x="7276727" y="-905925"/>
            <a:ext cx="999451" cy="2773199"/>
          </a:xfrm>
          <a:prstGeom prst="rect">
            <a:avLst/>
          </a:prstGeom>
          <a:noFill/>
          <a:ln>
            <a:noFill/>
          </a:ln>
        </p:spPr>
      </p:pic>
      <p:sp>
        <p:nvSpPr>
          <p:cNvPr id="184" name="Google Shape;184;p38"/>
          <p:cNvSpPr txBox="1"/>
          <p:nvPr/>
        </p:nvSpPr>
        <p:spPr>
          <a:xfrm>
            <a:off x="8472458" y="4663217"/>
            <a:ext cx="548700" cy="39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95959"/>
              </a:buClr>
              <a:buSzPts val="800"/>
              <a:buFont typeface="Montserrat"/>
              <a:buNone/>
            </a:pPr>
            <a:fld id="{00000000-1234-1234-1234-123412341234}" type="slidenum">
              <a:rPr lang="en-GB" sz="1000" b="1" i="0" u="none" strike="noStrike" cap="none">
                <a:solidFill>
                  <a:srgbClr val="595959"/>
                </a:solidFill>
                <a:latin typeface="Montserrat"/>
                <a:ea typeface="Montserrat"/>
                <a:cs typeface="Montserrat"/>
                <a:sym typeface="Montserrat"/>
              </a:rPr>
              <a:t>‹N°›</a:t>
            </a:fld>
            <a:endParaRPr sz="1000" b="1" i="0" u="none" strike="noStrike" cap="none">
              <a:solidFill>
                <a:srgbClr val="595959"/>
              </a:solidFill>
              <a:latin typeface="Montserrat"/>
              <a:ea typeface="Montserrat"/>
              <a:cs typeface="Montserrat"/>
              <a:sym typeface="Montserrat"/>
            </a:endParaRPr>
          </a:p>
        </p:txBody>
      </p:sp>
      <p:sp>
        <p:nvSpPr>
          <p:cNvPr id="185" name="Google Shape;185;p38"/>
          <p:cNvSpPr txBox="1">
            <a:spLocks noGrp="1"/>
          </p:cNvSpPr>
          <p:nvPr>
            <p:ph type="title"/>
          </p:nvPr>
        </p:nvSpPr>
        <p:spPr>
          <a:xfrm>
            <a:off x="587225" y="607050"/>
            <a:ext cx="4821600" cy="277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eader, subheader, text">
  <p:cSld name="Header, subheader, text">
    <p:spTree>
      <p:nvGrpSpPr>
        <p:cNvPr id="1" name="Shape 186"/>
        <p:cNvGrpSpPr/>
        <p:nvPr/>
      </p:nvGrpSpPr>
      <p:grpSpPr>
        <a:xfrm>
          <a:off x="0" y="0"/>
          <a:ext cx="0" cy="0"/>
          <a:chOff x="0" y="0"/>
          <a:chExt cx="0" cy="0"/>
        </a:xfrm>
      </p:grpSpPr>
      <p:sp>
        <p:nvSpPr>
          <p:cNvPr id="187" name="Google Shape;187;p39"/>
          <p:cNvSpPr txBox="1">
            <a:spLocks noGrp="1"/>
          </p:cNvSpPr>
          <p:nvPr>
            <p:ph type="body" idx="1"/>
          </p:nvPr>
        </p:nvSpPr>
        <p:spPr>
          <a:xfrm>
            <a:off x="540000" y="1080000"/>
            <a:ext cx="8064000" cy="34674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1pPr>
            <a:lvl2pPr marL="914400" lvl="1"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2pPr>
            <a:lvl3pPr marL="1371600" lvl="2"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3pPr>
            <a:lvl4pPr marL="1828800" lvl="3"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4pPr>
            <a:lvl5pPr marL="2286000" lvl="4"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5pPr>
            <a:lvl6pPr marL="2743200" lvl="5"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6pPr>
            <a:lvl7pPr marL="3200400" lvl="6"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7pPr>
            <a:lvl8pPr marL="3657600" lvl="7"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8pPr>
            <a:lvl9pPr marL="4114800" lvl="8"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9pPr>
          </a:lstStyle>
          <a:p>
            <a:endParaRPr/>
          </a:p>
        </p:txBody>
      </p:sp>
      <p:sp>
        <p:nvSpPr>
          <p:cNvPr id="188" name="Google Shape;188;p39"/>
          <p:cNvSpPr txBox="1">
            <a:spLocks noGrp="1"/>
          </p:cNvSpPr>
          <p:nvPr>
            <p:ph type="title"/>
          </p:nvPr>
        </p:nvSpPr>
        <p:spPr>
          <a:xfrm>
            <a:off x="540000" y="360000"/>
            <a:ext cx="8064000" cy="288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endParaRPr/>
          </a:p>
        </p:txBody>
      </p:sp>
      <p:sp>
        <p:nvSpPr>
          <p:cNvPr id="189" name="Google Shape;189;p39"/>
          <p:cNvSpPr txBox="1">
            <a:spLocks noGrp="1"/>
          </p:cNvSpPr>
          <p:nvPr>
            <p:ph type="subTitle" idx="2"/>
          </p:nvPr>
        </p:nvSpPr>
        <p:spPr>
          <a:xfrm>
            <a:off x="540000" y="648125"/>
            <a:ext cx="8064000" cy="252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1000"/>
              <a:buFont typeface="Montserrat"/>
              <a:buNone/>
              <a:defRPr>
                <a:latin typeface="Montserrat"/>
                <a:ea typeface="Montserrat"/>
                <a:cs typeface="Montserrat"/>
                <a:sym typeface="Montserrat"/>
              </a:defRPr>
            </a:lvl1pPr>
            <a:lvl2pPr lvl="1" algn="l">
              <a:lnSpc>
                <a:spcPct val="100000"/>
              </a:lnSpc>
              <a:spcBef>
                <a:spcPts val="0"/>
              </a:spcBef>
              <a:spcAft>
                <a:spcPts val="0"/>
              </a:spcAft>
              <a:buClr>
                <a:schemeClr val="dk1"/>
              </a:buClr>
              <a:buSzPts val="1000"/>
              <a:buNone/>
              <a:defRPr sz="1300"/>
            </a:lvl2pPr>
            <a:lvl3pPr lvl="2" algn="l">
              <a:lnSpc>
                <a:spcPct val="100000"/>
              </a:lnSpc>
              <a:spcBef>
                <a:spcPts val="0"/>
              </a:spcBef>
              <a:spcAft>
                <a:spcPts val="0"/>
              </a:spcAft>
              <a:buClr>
                <a:schemeClr val="dk1"/>
              </a:buClr>
              <a:buSzPts val="1000"/>
              <a:buNone/>
              <a:defRPr sz="1300"/>
            </a:lvl3pPr>
            <a:lvl4pPr lvl="3" algn="l">
              <a:lnSpc>
                <a:spcPct val="100000"/>
              </a:lnSpc>
              <a:spcBef>
                <a:spcPts val="0"/>
              </a:spcBef>
              <a:spcAft>
                <a:spcPts val="0"/>
              </a:spcAft>
              <a:buClr>
                <a:schemeClr val="dk1"/>
              </a:buClr>
              <a:buSzPts val="1000"/>
              <a:buNone/>
              <a:defRPr sz="1300"/>
            </a:lvl4pPr>
            <a:lvl5pPr lvl="4" algn="l">
              <a:lnSpc>
                <a:spcPct val="100000"/>
              </a:lnSpc>
              <a:spcBef>
                <a:spcPts val="0"/>
              </a:spcBef>
              <a:spcAft>
                <a:spcPts val="0"/>
              </a:spcAft>
              <a:buClr>
                <a:schemeClr val="dk1"/>
              </a:buClr>
              <a:buSzPts val="1000"/>
              <a:buNone/>
              <a:defRPr sz="1300"/>
            </a:lvl5pPr>
            <a:lvl6pPr lvl="5" algn="l">
              <a:lnSpc>
                <a:spcPct val="100000"/>
              </a:lnSpc>
              <a:spcBef>
                <a:spcPts val="0"/>
              </a:spcBef>
              <a:spcAft>
                <a:spcPts val="0"/>
              </a:spcAft>
              <a:buClr>
                <a:schemeClr val="dk1"/>
              </a:buClr>
              <a:buSzPts val="1000"/>
              <a:buNone/>
              <a:defRPr sz="1300"/>
            </a:lvl6pPr>
            <a:lvl7pPr lvl="6" algn="l">
              <a:lnSpc>
                <a:spcPct val="100000"/>
              </a:lnSpc>
              <a:spcBef>
                <a:spcPts val="0"/>
              </a:spcBef>
              <a:spcAft>
                <a:spcPts val="0"/>
              </a:spcAft>
              <a:buClr>
                <a:schemeClr val="dk1"/>
              </a:buClr>
              <a:buSzPts val="1000"/>
              <a:buNone/>
              <a:defRPr sz="1300"/>
            </a:lvl7pPr>
            <a:lvl8pPr lvl="7" algn="l">
              <a:lnSpc>
                <a:spcPct val="100000"/>
              </a:lnSpc>
              <a:spcBef>
                <a:spcPts val="0"/>
              </a:spcBef>
              <a:spcAft>
                <a:spcPts val="0"/>
              </a:spcAft>
              <a:buClr>
                <a:schemeClr val="dk1"/>
              </a:buClr>
              <a:buSzPts val="1000"/>
              <a:buNone/>
              <a:defRPr sz="1300"/>
            </a:lvl8pPr>
            <a:lvl9pPr lvl="8" algn="l">
              <a:lnSpc>
                <a:spcPct val="100000"/>
              </a:lnSpc>
              <a:spcBef>
                <a:spcPts val="0"/>
              </a:spcBef>
              <a:spcAft>
                <a:spcPts val="0"/>
              </a:spcAft>
              <a:buClr>
                <a:schemeClr val="dk1"/>
              </a:buClr>
              <a:buSzPts val="1000"/>
              <a:buNone/>
              <a:defRPr sz="13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emplate - keep it empty 1">
  <p:cSld name="Blank template - keep it empty 1">
    <p:spTree>
      <p:nvGrpSpPr>
        <p:cNvPr id="1" name="Shape 97"/>
        <p:cNvGrpSpPr/>
        <p:nvPr/>
      </p:nvGrpSpPr>
      <p:grpSpPr>
        <a:xfrm>
          <a:off x="0" y="0"/>
          <a:ext cx="0" cy="0"/>
          <a:chOff x="0" y="0"/>
          <a:chExt cx="0" cy="0"/>
        </a:xfrm>
      </p:grpSpPr>
      <p:pic>
        <p:nvPicPr>
          <p:cNvPr id="98" name="Google Shape;98;p2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47794" y="4853118"/>
            <a:ext cx="229569" cy="229787"/>
          </a:xfrm>
          <a:prstGeom prst="rect">
            <a:avLst/>
          </a:prstGeom>
          <a:noFill/>
          <a:ln>
            <a:noFill/>
          </a:ln>
        </p:spPr>
      </p:pic>
    </p:spTree>
    <p:extLst>
      <p:ext uri="{BB962C8B-B14F-4D97-AF65-F5344CB8AC3E}">
        <p14:creationId xmlns:p14="http://schemas.microsoft.com/office/powerpoint/2010/main" val="1803122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74700" y="579450"/>
            <a:ext cx="5826000" cy="444600"/>
          </a:xfrm>
          <a:prstGeom prst="rect">
            <a:avLst/>
          </a:prstGeom>
          <a:noFill/>
          <a:ln>
            <a:noFill/>
          </a:ln>
        </p:spPr>
        <p:txBody>
          <a:bodyPr spcFirstLastPara="1" wrap="square" lIns="68600" tIns="68600" rIns="68600" bIns="68600" anchor="t" anchorCtr="0">
            <a:noAutofit/>
          </a:bodyPr>
          <a:lstStyle>
            <a:lvl1pPr marR="0" lvl="0" algn="l" rtl="0">
              <a:lnSpc>
                <a:spcPct val="100000"/>
              </a:lnSpc>
              <a:spcBef>
                <a:spcPts val="0"/>
              </a:spcBef>
              <a:spcAft>
                <a:spcPts val="0"/>
              </a:spcAft>
              <a:buClr>
                <a:srgbClr val="000000"/>
              </a:buClr>
              <a:buSzPts val="1100"/>
              <a:buFont typeface="Montserrat Medium"/>
              <a:buNone/>
              <a:defRPr sz="1100" b="0" i="0" u="none" strike="noStrike" cap="none">
                <a:solidFill>
                  <a:srgbClr val="000000"/>
                </a:solidFill>
                <a:latin typeface="Montserrat Medium"/>
                <a:ea typeface="Montserrat Medium"/>
                <a:cs typeface="Montserrat Medium"/>
                <a:sym typeface="Montserrat Medium"/>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706450" y="1262075"/>
            <a:ext cx="4556100" cy="2008500"/>
          </a:xfrm>
          <a:prstGeom prst="rect">
            <a:avLst/>
          </a:prstGeom>
          <a:noFill/>
          <a:ln>
            <a:noFill/>
          </a:ln>
        </p:spPr>
        <p:txBody>
          <a:bodyPr spcFirstLastPara="1" wrap="square" lIns="68600" tIns="68600" rIns="68600" bIns="68600" anchor="t" anchorCtr="0">
            <a:noAutofit/>
          </a:bodyPr>
          <a:lstStyle>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 id="2147483680" r:id="rId13"/>
    <p:sldLayoutId id="2147483681" r:id="rId14"/>
    <p:sldLayoutId id="2147483682" r:id="rId15"/>
    <p:sldLayoutId id="2147483683" r:id="rId16"/>
    <p:sldLayoutId id="2147483684" r:id="rId17"/>
    <p:sldLayoutId id="2147483720"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gif"/><Relationship Id="rId6" Type="http://schemas.openxmlformats.org/officeDocument/2006/relationships/image" Target="../media/image10.jpeg"/><Relationship Id="rId7"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gif"/><Relationship Id="rId5" Type="http://schemas.openxmlformats.org/officeDocument/2006/relationships/image" Target="../media/image10.jpeg"/><Relationship Id="rId6"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14D968AC-0D9E-6E5B-5690-27A800760D02}"/>
            </a:ext>
          </a:extLst>
        </p:cNvPr>
        <p:cNvGrpSpPr/>
        <p:nvPr/>
      </p:nvGrpSpPr>
      <p:grpSpPr>
        <a:xfrm>
          <a:off x="0" y="0"/>
          <a:ext cx="0" cy="0"/>
          <a:chOff x="0" y="0"/>
          <a:chExt cx="0" cy="0"/>
        </a:xfrm>
      </p:grpSpPr>
      <p:sp>
        <p:nvSpPr>
          <p:cNvPr id="868" name="Google Shape;868;p91">
            <a:extLst>
              <a:ext uri="{FF2B5EF4-FFF2-40B4-BE49-F238E27FC236}">
                <a16:creationId xmlns:a16="http://schemas.microsoft.com/office/drawing/2014/main" id="{A24817D9-8F3A-4404-9889-2287793E4BF1}"/>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869" name="Google Shape;869;p91">
            <a:extLst>
              <a:ext uri="{FF2B5EF4-FFF2-40B4-BE49-F238E27FC236}">
                <a16:creationId xmlns:a16="http://schemas.microsoft.com/office/drawing/2014/main" id="{0DC2ECCA-800A-BD4F-4BA2-58740FDCD1EE}"/>
              </a:ext>
            </a:extLst>
          </p:cNvPr>
          <p:cNvSpPr txBox="1">
            <a:spLocks noGrp="1"/>
          </p:cNvSpPr>
          <p:nvPr>
            <p:ph type="subTitle" idx="4294967295"/>
          </p:nvPr>
        </p:nvSpPr>
        <p:spPr>
          <a:xfrm>
            <a:off x="1613874" y="154850"/>
            <a:ext cx="2003530" cy="276900"/>
          </a:xfrm>
          <a:prstGeom prst="rect">
            <a:avLst/>
          </a:prstGeom>
          <a:noFill/>
          <a:ln>
            <a:noFill/>
          </a:ln>
        </p:spPr>
        <p:txBody>
          <a:bodyPr spcFirstLastPara="1" wrap="square" lIns="0" tIns="0" rIns="0" bIns="0" anchor="ctr" anchorCtr="0">
            <a:noAutofit/>
          </a:bodyPr>
          <a:lstStyle/>
          <a:p>
            <a:pPr marL="0" indent="0">
              <a:buClr>
                <a:schemeClr val="dk2"/>
              </a:buClr>
              <a:buSzPts val="1200"/>
              <a:buNone/>
            </a:pPr>
            <a:r>
              <a:rPr lang="en-GB" sz="1200" b="1" dirty="0">
                <a:solidFill>
                  <a:schemeClr val="lt2"/>
                </a:solidFill>
              </a:rPr>
              <a:t>Sabria Jeribi</a:t>
            </a:r>
            <a:endParaRPr sz="1200" b="1" dirty="0">
              <a:solidFill>
                <a:schemeClr val="lt2"/>
              </a:solidFill>
            </a:endParaRPr>
          </a:p>
        </p:txBody>
      </p:sp>
      <p:sp>
        <p:nvSpPr>
          <p:cNvPr id="870" name="Google Shape;870;p91">
            <a:extLst>
              <a:ext uri="{FF2B5EF4-FFF2-40B4-BE49-F238E27FC236}">
                <a16:creationId xmlns:a16="http://schemas.microsoft.com/office/drawing/2014/main" id="{2276CE7D-5B4D-6045-E0EB-C3AC08E9201F}"/>
              </a:ext>
            </a:extLst>
          </p:cNvPr>
          <p:cNvSpPr txBox="1"/>
          <p:nvPr/>
        </p:nvSpPr>
        <p:spPr>
          <a:xfrm>
            <a:off x="3615992" y="66731"/>
            <a:ext cx="5357100" cy="999008"/>
          </a:xfrm>
          <a:prstGeom prst="rect">
            <a:avLst/>
          </a:prstGeom>
          <a:noFill/>
          <a:ln>
            <a:noFill/>
          </a:ln>
        </p:spPr>
        <p:txBody>
          <a:bodyPr spcFirstLastPara="1" wrap="square" lIns="91425" tIns="91425" rIns="91425" bIns="91425" anchor="t" anchorCtr="0">
            <a:noAutofit/>
          </a:bodyPr>
          <a:lstStyle/>
          <a:p>
            <a:pPr marL="63499" algn="just" defTabSz="914378">
              <a:buSzPts val="600"/>
            </a:pPr>
            <a:r>
              <a:rPr lang="fr-FR" sz="800" dirty="0">
                <a:latin typeface="Montserrat"/>
              </a:rPr>
              <a:t>SUMMARY:
With seven years of experience in IT consulting and project management, I have been involved in numerous projects across various sectors (SMEs, banks, manufacturing, government agencies, public institutions, etc.). I possess the expertise needed to support businesses and public institutions on their digital transformation journey.</a:t>
            </a:r>
            <a:endParaRPr sz="800" dirty="0">
              <a:solidFill>
                <a:srgbClr val="595959"/>
              </a:solidFill>
              <a:latin typeface="Montserrat"/>
              <a:ea typeface="Montserrat"/>
              <a:cs typeface="Montserrat"/>
              <a:sym typeface="Montserrat"/>
            </a:endParaRPr>
          </a:p>
        </p:txBody>
      </p:sp>
      <p:cxnSp>
        <p:nvCxnSpPr>
          <p:cNvPr id="871" name="Google Shape;871;p91">
            <a:extLst>
              <a:ext uri="{FF2B5EF4-FFF2-40B4-BE49-F238E27FC236}">
                <a16:creationId xmlns:a16="http://schemas.microsoft.com/office/drawing/2014/main" id="{5D2FDB83-471C-D5F8-971A-72D4B1D6A61C}"/>
              </a:ext>
            </a:extLst>
          </p:cNvPr>
          <p:cNvCxnSpPr/>
          <p:nvPr/>
        </p:nvCxnSpPr>
        <p:spPr>
          <a:xfrm>
            <a:off x="3616697" y="154850"/>
            <a:ext cx="0" cy="686700"/>
          </a:xfrm>
          <a:prstGeom prst="straightConnector1">
            <a:avLst/>
          </a:prstGeom>
          <a:noFill/>
          <a:ln w="19050" cap="flat" cmpd="sng">
            <a:solidFill>
              <a:schemeClr val="lt2"/>
            </a:solidFill>
            <a:prstDash val="solid"/>
            <a:round/>
            <a:headEnd type="none" w="sm" len="sm"/>
            <a:tailEnd type="none" w="sm" len="sm"/>
          </a:ln>
        </p:spPr>
      </p:cxnSp>
      <p:sp>
        <p:nvSpPr>
          <p:cNvPr id="872" name="Google Shape;872;p91">
            <a:extLst>
              <a:ext uri="{FF2B5EF4-FFF2-40B4-BE49-F238E27FC236}">
                <a16:creationId xmlns:a16="http://schemas.microsoft.com/office/drawing/2014/main" id="{B5A7B248-FF6E-6D0B-A4E7-8D5861EBD330}"/>
              </a:ext>
            </a:extLst>
          </p:cNvPr>
          <p:cNvSpPr/>
          <p:nvPr/>
        </p:nvSpPr>
        <p:spPr>
          <a:xfrm>
            <a:off x="1613875" y="860450"/>
            <a:ext cx="1648500" cy="290700"/>
          </a:xfrm>
          <a:prstGeom prst="roundRect">
            <a:avLst>
              <a:gd name="adj" fmla="val 16667"/>
            </a:avLst>
          </a:prstGeom>
          <a:solidFill>
            <a:schemeClr val="lt1"/>
          </a:solidFill>
          <a:ln>
            <a:noFill/>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lgn="ctr" defTabSz="914378"/>
            <a:r>
              <a:rPr lang="en-GB" sz="900" b="1" dirty="0">
                <a:solidFill>
                  <a:srgbClr val="EB475E"/>
                </a:solidFill>
                <a:latin typeface="Montserrat"/>
                <a:ea typeface="Montserrat"/>
                <a:cs typeface="Montserrat"/>
                <a:sym typeface="Montserrat"/>
              </a:rPr>
              <a:t>7 years of experience</a:t>
            </a:r>
            <a:endParaRPr dirty="0">
              <a:latin typeface="Montserrat"/>
              <a:ea typeface="Montserrat"/>
              <a:cs typeface="Montserrat"/>
              <a:sym typeface="Montserrat"/>
            </a:endParaRPr>
          </a:p>
        </p:txBody>
      </p:sp>
      <p:sp>
        <p:nvSpPr>
          <p:cNvPr id="874" name="Google Shape;874;p91">
            <a:extLst>
              <a:ext uri="{FF2B5EF4-FFF2-40B4-BE49-F238E27FC236}">
                <a16:creationId xmlns:a16="http://schemas.microsoft.com/office/drawing/2014/main" id="{92BA0080-689C-BD8B-439C-BAC02A57C612}"/>
              </a:ext>
            </a:extLst>
          </p:cNvPr>
          <p:cNvSpPr txBox="1"/>
          <p:nvPr/>
        </p:nvSpPr>
        <p:spPr>
          <a:xfrm>
            <a:off x="131077" y="2140702"/>
            <a:ext cx="7909539" cy="151117"/>
          </a:xfrm>
          <a:prstGeom prst="rect">
            <a:avLst/>
          </a:prstGeom>
          <a:noFill/>
          <a:ln>
            <a:noFill/>
          </a:ln>
        </p:spPr>
        <p:txBody>
          <a:bodyPr spcFirstLastPara="1" wrap="square" lIns="90000" tIns="0" rIns="0" bIns="0" anchor="ctr" anchorCtr="0">
            <a:noAutofit/>
          </a:bodyPr>
          <a:lstStyle/>
          <a:p>
            <a:pPr defTabSz="914378"/>
            <a:r>
              <a:rPr lang="en-GB" sz="900" dirty="0">
                <a:solidFill>
                  <a:srgbClr val="F8485E"/>
                </a:solidFill>
                <a:latin typeface="Montserrat SemiBold"/>
                <a:ea typeface="Montserrat SemiBold"/>
                <a:cs typeface="Montserrat SemiBold"/>
                <a:sym typeface="Montserrat SemiBold"/>
              </a:rPr>
              <a:t>Formation </a:t>
            </a:r>
            <a:endParaRPr sz="900" dirty="0">
              <a:solidFill>
                <a:srgbClr val="F8485E"/>
              </a:solidFill>
              <a:latin typeface="Montserrat SemiBold"/>
              <a:ea typeface="Montserrat SemiBold"/>
              <a:cs typeface="Montserrat SemiBold"/>
              <a:sym typeface="Montserrat SemiBold"/>
            </a:endParaRPr>
          </a:p>
        </p:txBody>
      </p:sp>
      <p:sp>
        <p:nvSpPr>
          <p:cNvPr id="877" name="Google Shape;877;p91">
            <a:extLst>
              <a:ext uri="{FF2B5EF4-FFF2-40B4-BE49-F238E27FC236}">
                <a16:creationId xmlns:a16="http://schemas.microsoft.com/office/drawing/2014/main" id="{8F57F1C4-1203-3ECB-B40D-FB8546B243DC}"/>
              </a:ext>
            </a:extLst>
          </p:cNvPr>
          <p:cNvSpPr txBox="1">
            <a:spLocks noGrp="1"/>
          </p:cNvSpPr>
          <p:nvPr>
            <p:ph type="subTitle" idx="4294967295"/>
          </p:nvPr>
        </p:nvSpPr>
        <p:spPr>
          <a:xfrm>
            <a:off x="1613875" y="444175"/>
            <a:ext cx="1747800" cy="360300"/>
          </a:xfrm>
          <a:prstGeom prst="rect">
            <a:avLst/>
          </a:prstGeom>
          <a:noFill/>
          <a:ln>
            <a:noFill/>
          </a:ln>
        </p:spPr>
        <p:txBody>
          <a:bodyPr spcFirstLastPara="1" wrap="square" lIns="0" tIns="0" rIns="0" bIns="0" anchor="ctr" anchorCtr="0">
            <a:noAutofit/>
          </a:bodyPr>
          <a:lstStyle/>
          <a:p>
            <a:pPr marL="0" indent="0">
              <a:spcAft>
                <a:spcPts val="1200"/>
              </a:spcAft>
              <a:buClr>
                <a:schemeClr val="dk1"/>
              </a:buClr>
              <a:buSzPts val="800"/>
              <a:buNone/>
            </a:pPr>
            <a:r>
              <a:rPr lang="en-GB" sz="900" b="1" dirty="0">
                <a:solidFill>
                  <a:schemeClr val="dk1"/>
                </a:solidFill>
              </a:rPr>
              <a:t>IT Consultant</a:t>
            </a:r>
            <a:endParaRPr sz="900" b="1" dirty="0">
              <a:solidFill>
                <a:schemeClr val="dk1"/>
              </a:solidFill>
            </a:endParaRPr>
          </a:p>
        </p:txBody>
      </p:sp>
      <p:cxnSp>
        <p:nvCxnSpPr>
          <p:cNvPr id="878" name="Google Shape;878;p91">
            <a:extLst>
              <a:ext uri="{FF2B5EF4-FFF2-40B4-BE49-F238E27FC236}">
                <a16:creationId xmlns:a16="http://schemas.microsoft.com/office/drawing/2014/main" id="{BF457A0F-436C-C492-EB9D-B3920614B8DF}"/>
              </a:ext>
            </a:extLst>
          </p:cNvPr>
          <p:cNvCxnSpPr/>
          <p:nvPr/>
        </p:nvCxnSpPr>
        <p:spPr>
          <a:xfrm>
            <a:off x="-5911630" y="4639531"/>
            <a:ext cx="0" cy="350700"/>
          </a:xfrm>
          <a:prstGeom prst="straightConnector1">
            <a:avLst/>
          </a:prstGeom>
          <a:noFill/>
          <a:ln w="9525" cap="flat" cmpd="sng">
            <a:solidFill>
              <a:schemeClr val="lt2"/>
            </a:solidFill>
            <a:prstDash val="solid"/>
            <a:round/>
            <a:headEnd type="none" w="sm" len="sm"/>
            <a:tailEnd type="none" w="sm" len="sm"/>
          </a:ln>
        </p:spPr>
      </p:cxnSp>
      <p:sp>
        <p:nvSpPr>
          <p:cNvPr id="879" name="Google Shape;879;p91">
            <a:extLst>
              <a:ext uri="{FF2B5EF4-FFF2-40B4-BE49-F238E27FC236}">
                <a16:creationId xmlns:a16="http://schemas.microsoft.com/office/drawing/2014/main" id="{09BFD0FF-EF97-423E-7ED3-074E5139A1E0}"/>
              </a:ext>
            </a:extLst>
          </p:cNvPr>
          <p:cNvSpPr txBox="1"/>
          <p:nvPr/>
        </p:nvSpPr>
        <p:spPr>
          <a:xfrm>
            <a:off x="131076" y="2327844"/>
            <a:ext cx="3978000" cy="186118"/>
          </a:xfrm>
          <a:prstGeom prst="rect">
            <a:avLst/>
          </a:prstGeom>
          <a:noFill/>
          <a:ln>
            <a:noFill/>
          </a:ln>
        </p:spPr>
        <p:txBody>
          <a:bodyPr spcFirstLastPara="1" wrap="square" lIns="91425" tIns="0" rIns="91425" bIns="91425" anchor="t" anchorCtr="0">
            <a:noAutofit/>
          </a:bodyPr>
          <a:lstStyle/>
          <a:p>
            <a:pPr algn="just" defTabSz="914378"/>
            <a:r>
              <a:rPr sz="750"/>
              <a:t>Bachelor of Science - Industrial Engineering - Polytechnique Internationale (2018)</a:t>
            </a:r>
          </a:p>
        </p:txBody>
      </p:sp>
      <p:sp>
        <p:nvSpPr>
          <p:cNvPr id="881" name="Google Shape;881;p91">
            <a:extLst>
              <a:ext uri="{FF2B5EF4-FFF2-40B4-BE49-F238E27FC236}">
                <a16:creationId xmlns:a16="http://schemas.microsoft.com/office/drawing/2014/main" id="{7246D18B-D38D-D65C-14FD-C441A59F911E}"/>
              </a:ext>
            </a:extLst>
          </p:cNvPr>
          <p:cNvSpPr txBox="1"/>
          <p:nvPr/>
        </p:nvSpPr>
        <p:spPr>
          <a:xfrm>
            <a:off x="77051" y="1435442"/>
            <a:ext cx="4153168" cy="1571595"/>
          </a:xfrm>
          <a:prstGeom prst="rect">
            <a:avLst/>
          </a:prstGeom>
          <a:noFill/>
          <a:ln>
            <a:noFill/>
          </a:ln>
        </p:spPr>
        <p:txBody>
          <a:bodyPr spcFirstLastPara="1" wrap="square" lIns="90000" tIns="0" rIns="0" bIns="0" anchor="t" anchorCtr="0">
            <a:noAutofit/>
          </a:bodyPr>
          <a:lstStyle/>
          <a:p>
            <a:pPr marL="177796" indent="-114297" algn="just" defTabSz="914378">
              <a:buSzPts val="600"/>
              <a:buFont typeface="Montserrat"/>
              <a:buChar char="●"/>
            </a:pPr>
            <a:r>
              <a:rPr sz="800"/>
              <a:t>Data Analysis  •  Communication &amp; Collaboration  •  IT Strategy  •  IT Governance  •  Process Improvement  •  Project Management  •  Project Committee Leadership  •  Agile  •  Agile Scrum  •  UML  •  Bizagi  •  Draw.io  •  BPMN  •  Power BI  •  JIRA  •  Trello  •  MS Project  •  Mantis</a:t>
            </a:r>
          </a:p>
        </p:txBody>
      </p:sp>
      <p:sp>
        <p:nvSpPr>
          <p:cNvPr id="882" name="Google Shape;882;p91">
            <a:extLst>
              <a:ext uri="{FF2B5EF4-FFF2-40B4-BE49-F238E27FC236}">
                <a16:creationId xmlns:a16="http://schemas.microsoft.com/office/drawing/2014/main" id="{B0E0FB76-1CAC-5F96-CCA8-56998512189B}"/>
              </a:ext>
            </a:extLst>
          </p:cNvPr>
          <p:cNvSpPr txBox="1"/>
          <p:nvPr/>
        </p:nvSpPr>
        <p:spPr>
          <a:xfrm>
            <a:off x="4636180" y="1607667"/>
            <a:ext cx="3972821" cy="775933"/>
          </a:xfrm>
          <a:prstGeom prst="rect">
            <a:avLst/>
          </a:prstGeom>
          <a:noFill/>
          <a:ln>
            <a:noFill/>
          </a:ln>
        </p:spPr>
        <p:txBody>
          <a:bodyPr spcFirstLastPara="1" wrap="square" lIns="90000" tIns="0" rIns="0" bIns="0" anchor="t" anchorCtr="0">
            <a:noAutofit/>
          </a:bodyPr>
          <a:lstStyle/>
          <a:p>
            <a:r>
              <a:rPr b="1" sz="800"/>
              <a:t>Société Tunisienne de Banque (STB) | IT Consultant :</a:t>
            </a:r>
            <a:endParaRPr lang="fr-FR" sz="825" b="1" dirty="0"/>
          </a:p>
          <a:p>
            <a:pPr marL="128588" indent="-128588">
              <a:buFont typeface="Arial"/>
              <a:buChar char="•"/>
            </a:pPr>
            <a:r>
              <a:rPr sz="800"/>
              <a:t>Assessment of IT processes, identification and prioritization of processes in line with the bank’s strategic orientations, analysis of the maturity of targeted processes and identification of improvement levers</a:t>
            </a:r>
          </a:p>
          <a:p>
            <a:pPr marL="128588" indent="-128588">
              <a:buFont typeface="Arial"/>
              <a:buChar char="•"/>
            </a:pPr>
            <a:r>
              <a:rPr sz="800"/>
              <a:t>Formalization and modeling of processes, design and modeling of critical IT processes in compliance with ISO 9001 standards using UML to ensure clarity and consistency, development of an IT procedures manual, structuring…</a:t>
            </a:r>
          </a:p>
          <a:p>
            <a:pPr marL="128588" indent="-128588">
              <a:buFont typeface="Arial"/>
              <a:buChar char="•"/>
            </a:pPr>
            <a:r>
              <a:rPr sz="800"/>
              <a:t>Support for teams in the adoption and operationalization of the new IT processes, change management with stakeholders to facilitate ownership of the formalized practices, monitoring of process adoption and formulation of…</a:t>
            </a:r>
          </a:p>
        </p:txBody>
      </p:sp>
      <p:sp>
        <p:nvSpPr>
          <p:cNvPr id="883" name="Google Shape;883;p91">
            <a:extLst>
              <a:ext uri="{FF2B5EF4-FFF2-40B4-BE49-F238E27FC236}">
                <a16:creationId xmlns:a16="http://schemas.microsoft.com/office/drawing/2014/main" id="{2FDA7F64-76DE-6428-007B-88330B99488D}"/>
              </a:ext>
            </a:extLst>
          </p:cNvPr>
          <p:cNvSpPr txBox="1"/>
          <p:nvPr/>
        </p:nvSpPr>
        <p:spPr>
          <a:xfrm>
            <a:off x="134011" y="1188802"/>
            <a:ext cx="3851466" cy="217382"/>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Compétences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5" name="Google Shape;885;p91">
            <a:extLst>
              <a:ext uri="{FF2B5EF4-FFF2-40B4-BE49-F238E27FC236}">
                <a16:creationId xmlns:a16="http://schemas.microsoft.com/office/drawing/2014/main" id="{6D45ECEE-73FB-7E87-2AC2-B5229EF62197}"/>
              </a:ext>
            </a:extLst>
          </p:cNvPr>
          <p:cNvSpPr txBox="1"/>
          <p:nvPr/>
        </p:nvSpPr>
        <p:spPr>
          <a:xfrm>
            <a:off x="134011" y="2570363"/>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7" name="Google Shape;887;p91">
            <a:extLst>
              <a:ext uri="{FF2B5EF4-FFF2-40B4-BE49-F238E27FC236}">
                <a16:creationId xmlns:a16="http://schemas.microsoft.com/office/drawing/2014/main" id="{F05C4E19-F979-09C7-8840-72F2C08EB011}"/>
              </a:ext>
            </a:extLst>
          </p:cNvPr>
          <p:cNvSpPr txBox="1"/>
          <p:nvPr/>
        </p:nvSpPr>
        <p:spPr>
          <a:xfrm>
            <a:off x="110444" y="2812058"/>
            <a:ext cx="4200769"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BTK Bank | IT Consultant :</a:t>
            </a:r>
          </a:p>
          <a:p>
            <a:pPr marL="128588" indent="-128588">
              <a:buFont typeface="Arial"/>
              <a:buChar char="•"/>
            </a:pPr>
            <a:r>
              <a:rPr sz="800"/>
              <a:t>Diagnosis and audit of the current state by functional domain, assessment of the IT department's organization and IT governance</a:t>
            </a:r>
          </a:p>
          <a:p>
            <a:pPr marL="128588" indent="-128588">
              <a:buFont typeface="Arial"/>
              <a:buChar char="•"/>
            </a:pPr>
            <a:r>
              <a:rPr sz="800"/>
              <a:t>Definition of the target IT system, proposal, analysis, and comparison of possible IT evolution scenarios by functional domain, recommendations and action plan</a:t>
            </a:r>
          </a:p>
          <a:p>
            <a:pPr marL="128588" indent="-128588">
              <a:buFont typeface="Arial"/>
              <a:buChar char="•"/>
            </a:pPr>
            <a:r>
              <a:rPr sz="800"/>
              <a:t>Definition of the target IT department organization requirements, development of the IT roadmap, preparation of project sheets, definition of the governance framework for the implementation of the roadmap</a:t>
            </a:r>
          </a:p>
        </p:txBody>
      </p:sp>
      <p:pic>
        <p:nvPicPr>
          <p:cNvPr id="9" name="Picture 8" descr="BNP Paribas APM | Secure Bank Transfers via BNP Paribas (Poland) | Nuvei">
            <a:extLst>
              <a:ext uri="{FF2B5EF4-FFF2-40B4-BE49-F238E27FC236}">
                <a16:creationId xmlns:a16="http://schemas.microsoft.com/office/drawing/2014/main" id="{31D844EB-1213-51E4-168A-C35FE5FAC789}"/>
              </a:ext>
            </a:extLst>
          </p:cNvPr>
          <p:cNvPicPr>
            <a:picLocks noChangeAspect="1"/>
          </p:cNvPicPr>
          <p:nvPr/>
        </p:nvPicPr>
        <p:blipFill>
          <a:blip r:embed="rId4"/>
          <a:srcRect l="8215" t="18070" r="9473" b="17869"/>
          <a:stretch>
            <a:fillRect/>
          </a:stretch>
        </p:blipFill>
        <p:spPr>
          <a:xfrm>
            <a:off x="5397451" y="1131194"/>
            <a:ext cx="956167" cy="464925"/>
          </a:xfrm>
          <a:prstGeom prst="rect">
            <a:avLst/>
          </a:prstGeom>
        </p:spPr>
      </p:pic>
      <p:pic>
        <p:nvPicPr>
          <p:cNvPr id="11" name="Google Shape;899;p91">
            <a:extLst>
              <a:ext uri="{FF2B5EF4-FFF2-40B4-BE49-F238E27FC236}">
                <a16:creationId xmlns:a16="http://schemas.microsoft.com/office/drawing/2014/main" id="{5C09DBA2-1B50-1880-19A2-A132262DC376}"/>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13" name="Picture 12" descr="BMCI Groupe BNP Paribas">
            <a:extLst>
              <a:ext uri="{FF2B5EF4-FFF2-40B4-BE49-F238E27FC236}">
                <a16:creationId xmlns:a16="http://schemas.microsoft.com/office/drawing/2014/main" id="{3AC2A943-C18C-CDED-2A1D-86F5378644D2}"/>
              </a:ext>
            </a:extLst>
          </p:cNvPr>
          <p:cNvPicPr>
            <a:picLocks noChangeAspect="1"/>
          </p:cNvPicPr>
          <p:nvPr/>
        </p:nvPicPr>
        <p:blipFill>
          <a:blip r:embed="rId6"/>
          <a:srcRect t="24731" b="19549"/>
          <a:stretch>
            <a:fillRect/>
          </a:stretch>
        </p:blipFill>
        <p:spPr>
          <a:xfrm>
            <a:off x="6523865" y="1065467"/>
            <a:ext cx="1108647" cy="617743"/>
          </a:xfrm>
          <a:prstGeom prst="rect">
            <a:avLst/>
          </a:prstGeom>
        </p:spPr>
      </p:pic>
      <p:pic>
        <p:nvPicPr>
          <p:cNvPr id="15" name="Picture 14" descr="UBCI | Nous connaitre">
            <a:extLst>
              <a:ext uri="{FF2B5EF4-FFF2-40B4-BE49-F238E27FC236}">
                <a16:creationId xmlns:a16="http://schemas.microsoft.com/office/drawing/2014/main" id="{BE5555BB-11F5-F0E8-34B2-7C2C920BB064}"/>
              </a:ext>
            </a:extLst>
          </p:cNvPr>
          <p:cNvPicPr>
            <a:picLocks noChangeAspect="1"/>
          </p:cNvPicPr>
          <p:nvPr/>
        </p:nvPicPr>
        <p:blipFill>
          <a:blip r:embed="rId7"/>
          <a:stretch>
            <a:fillRect/>
          </a:stretch>
        </p:blipFill>
        <p:spPr>
          <a:xfrm>
            <a:off x="7900400" y="1249398"/>
            <a:ext cx="929493" cy="279603"/>
          </a:xfrm>
          <a:prstGeom prst="rect">
            <a:avLst/>
          </a:prstGeom>
        </p:spPr>
      </p:pic>
    </p:spTree>
    <p:extLst>
      <p:ext uri="{BB962C8B-B14F-4D97-AF65-F5344CB8AC3E}">
        <p14:creationId xmlns:p14="http://schemas.microsoft.com/office/powerpoint/2010/main" val="3055599618"/>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87;p91">
            <a:extLst>
              <a:ext uri="{FF2B5EF4-FFF2-40B4-BE49-F238E27FC236}">
                <a16:creationId xmlns:a16="http://schemas.microsoft.com/office/drawing/2014/main" id="{75E7FD45-5803-00D2-219B-FF2A18F0FF14}"/>
              </a:ext>
            </a:extLst>
          </p:cNvPr>
          <p:cNvSpPr txBox="1"/>
          <p:nvPr/>
        </p:nvSpPr>
        <p:spPr>
          <a:xfrm>
            <a:off x="238561" y="1946438"/>
            <a:ext cx="3936530" cy="1913279"/>
          </a:xfrm>
          <a:prstGeom prst="rect">
            <a:avLst/>
          </a:prstGeom>
          <a:noFill/>
          <a:ln>
            <a:noFill/>
          </a:ln>
        </p:spPr>
        <p:txBody>
          <a:bodyPr spcFirstLastPara="1" wrap="square" lIns="90000" tIns="0" rIns="0" bIns="0" anchor="t" anchorCtr="0">
            <a:noAutofit/>
          </a:bodyPr>
          <a:lstStyle/>
          <a:p>
            <a:pPr marL="63499" algn="just" defTabSz="914378">
              <a:buSzPts val="600"/>
            </a:pPr>
          </a:p>
        </p:txBody>
      </p:sp>
      <p:sp>
        <p:nvSpPr>
          <p:cNvPr id="5" name="ZoneTexte 4">
            <a:extLst>
              <a:ext uri="{FF2B5EF4-FFF2-40B4-BE49-F238E27FC236}">
                <a16:creationId xmlns:a16="http://schemas.microsoft.com/office/drawing/2014/main" id="{D856CE3F-5B02-8F7E-C625-6F3B45A47E98}"/>
              </a:ext>
            </a:extLst>
          </p:cNvPr>
          <p:cNvSpPr txBox="1"/>
          <p:nvPr/>
        </p:nvSpPr>
        <p:spPr>
          <a:xfrm>
            <a:off x="4386106" y="1946438"/>
            <a:ext cx="4572627" cy="1446550"/>
          </a:xfrm>
          <a:prstGeom prst="rect">
            <a:avLst/>
          </a:prstGeom>
          <a:noFill/>
        </p:spPr>
        <p:txBody>
          <a:bodyPr wrap="square">
            <a:spAutoFit/>
          </a:bodyPr>
          <a:lstStyle/>
          <a:p>
            <a:pPr marL="63499" algn="just" defTabSz="914378">
              <a:buSzPts val="600"/>
            </a:pPr>
          </a:p>
        </p:txBody>
      </p:sp>
      <p:sp>
        <p:nvSpPr>
          <p:cNvPr id="10" name="Google Shape;868;p91">
            <a:extLst>
              <a:ext uri="{FF2B5EF4-FFF2-40B4-BE49-F238E27FC236}">
                <a16:creationId xmlns:a16="http://schemas.microsoft.com/office/drawing/2014/main" id="{5EE19B54-28D4-913F-4DE6-32AFED007C46}"/>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11" name="Google Shape;869;p91">
            <a:extLst>
              <a:ext uri="{FF2B5EF4-FFF2-40B4-BE49-F238E27FC236}">
                <a16:creationId xmlns:a16="http://schemas.microsoft.com/office/drawing/2014/main" id="{1D2C9E3B-6CFA-9A6C-2438-DCFDAEFBACD8}"/>
              </a:ext>
            </a:extLst>
          </p:cNvPr>
          <p:cNvSpPr txBox="1">
            <a:spLocks/>
          </p:cNvSpPr>
          <p:nvPr/>
        </p:nvSpPr>
        <p:spPr>
          <a:xfrm>
            <a:off x="1613874" y="154850"/>
            <a:ext cx="2003530" cy="2769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buClr>
                <a:schemeClr val="dk2"/>
              </a:buClr>
              <a:buSzPts val="1200"/>
              <a:buFont typeface="Montserrat"/>
              <a:buNone/>
            </a:pPr>
            <a:r>
              <a:rPr lang="en-GB" sz="1200" b="1">
                <a:solidFill>
                  <a:schemeClr val="lt2"/>
                </a:solidFill>
              </a:rPr>
              <a:t>Sabria Jeribi</a:t>
            </a:r>
            <a:endParaRPr lang="en-GB" sz="1200" b="1" dirty="0">
              <a:solidFill>
                <a:schemeClr val="lt2"/>
              </a:solidFill>
            </a:endParaRPr>
          </a:p>
        </p:txBody>
      </p:sp>
      <p:sp>
        <p:nvSpPr>
          <p:cNvPr id="15" name="Google Shape;877;p91">
            <a:extLst>
              <a:ext uri="{FF2B5EF4-FFF2-40B4-BE49-F238E27FC236}">
                <a16:creationId xmlns:a16="http://schemas.microsoft.com/office/drawing/2014/main" id="{46B8542A-36C5-3E7D-9D43-8569E6C1B522}"/>
              </a:ext>
            </a:extLst>
          </p:cNvPr>
          <p:cNvSpPr txBox="1">
            <a:spLocks/>
          </p:cNvSpPr>
          <p:nvPr/>
        </p:nvSpPr>
        <p:spPr>
          <a:xfrm>
            <a:off x="1613875" y="444175"/>
            <a:ext cx="1747800" cy="3603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spcAft>
                <a:spcPts val="1200"/>
              </a:spcAft>
              <a:buClr>
                <a:schemeClr val="dk1"/>
              </a:buClr>
              <a:buSzPts val="800"/>
              <a:buFont typeface="Montserrat"/>
              <a:buNone/>
            </a:pPr>
            <a:r>
              <a:rPr lang="en-GB" sz="900" b="1">
                <a:solidFill>
                  <a:schemeClr val="dk1"/>
                </a:solidFill>
              </a:rPr>
              <a:t>IT Consultant</a:t>
            </a:r>
            <a:endParaRPr lang="en-GB" sz="900" b="1" dirty="0">
              <a:solidFill>
                <a:schemeClr val="dk1"/>
              </a:solidFill>
            </a:endParaRPr>
          </a:p>
        </p:txBody>
      </p:sp>
      <p:pic>
        <p:nvPicPr>
          <p:cNvPr id="18" name="Picture 17" descr="BNP Paribas APM | Secure Bank Transfers via BNP Paribas (Poland) | Nuvei">
            <a:extLst>
              <a:ext uri="{FF2B5EF4-FFF2-40B4-BE49-F238E27FC236}">
                <a16:creationId xmlns:a16="http://schemas.microsoft.com/office/drawing/2014/main" id="{CA14C6B4-5380-4FE3-15CA-75490A2776B2}"/>
              </a:ext>
            </a:extLst>
          </p:cNvPr>
          <p:cNvPicPr>
            <a:picLocks noChangeAspect="1"/>
          </p:cNvPicPr>
          <p:nvPr/>
        </p:nvPicPr>
        <p:blipFill>
          <a:blip r:embed="rId3"/>
          <a:srcRect l="8215" t="18070" r="9473" b="17869"/>
          <a:stretch>
            <a:fillRect/>
          </a:stretch>
        </p:blipFill>
        <p:spPr>
          <a:xfrm>
            <a:off x="5397451" y="1131194"/>
            <a:ext cx="956167" cy="464925"/>
          </a:xfrm>
          <a:prstGeom prst="rect">
            <a:avLst/>
          </a:prstGeom>
        </p:spPr>
      </p:pic>
      <p:pic>
        <p:nvPicPr>
          <p:cNvPr id="20" name="Google Shape;899;p91">
            <a:extLst>
              <a:ext uri="{FF2B5EF4-FFF2-40B4-BE49-F238E27FC236}">
                <a16:creationId xmlns:a16="http://schemas.microsoft.com/office/drawing/2014/main" id="{60E9E407-A7A1-FAEC-0D77-C01E7089B582}"/>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22" name="Picture 21" descr="BMCI Groupe BNP Paribas">
            <a:extLst>
              <a:ext uri="{FF2B5EF4-FFF2-40B4-BE49-F238E27FC236}">
                <a16:creationId xmlns:a16="http://schemas.microsoft.com/office/drawing/2014/main" id="{758FFA84-6019-AA42-10EB-BEA554BEF4C2}"/>
              </a:ext>
            </a:extLst>
          </p:cNvPr>
          <p:cNvPicPr>
            <a:picLocks noChangeAspect="1"/>
          </p:cNvPicPr>
          <p:nvPr/>
        </p:nvPicPr>
        <p:blipFill>
          <a:blip r:embed="rId5"/>
          <a:srcRect t="24731" b="19549"/>
          <a:stretch>
            <a:fillRect/>
          </a:stretch>
        </p:blipFill>
        <p:spPr>
          <a:xfrm>
            <a:off x="6523865" y="1065467"/>
            <a:ext cx="1108647" cy="617743"/>
          </a:xfrm>
          <a:prstGeom prst="rect">
            <a:avLst/>
          </a:prstGeom>
        </p:spPr>
      </p:pic>
      <p:pic>
        <p:nvPicPr>
          <p:cNvPr id="24" name="Picture 23" descr="UBCI | Nous connaitre">
            <a:extLst>
              <a:ext uri="{FF2B5EF4-FFF2-40B4-BE49-F238E27FC236}">
                <a16:creationId xmlns:a16="http://schemas.microsoft.com/office/drawing/2014/main" id="{E720C7A7-E968-70D6-0015-59606F9F017E}"/>
              </a:ext>
            </a:extLst>
          </p:cNvPr>
          <p:cNvPicPr>
            <a:picLocks noChangeAspect="1"/>
          </p:cNvPicPr>
          <p:nvPr/>
        </p:nvPicPr>
        <p:blipFill>
          <a:blip r:embed="rId6"/>
          <a:stretch>
            <a:fillRect/>
          </a:stretch>
        </p:blipFill>
        <p:spPr>
          <a:xfrm>
            <a:off x="7900400" y="1249398"/>
            <a:ext cx="929493" cy="279603"/>
          </a:xfrm>
          <a:prstGeom prst="rect">
            <a:avLst/>
          </a:prstGeom>
        </p:spPr>
      </p:pic>
      <p:sp>
        <p:nvSpPr>
          <p:cNvPr id="26" name="Google Shape;885;p91">
            <a:extLst>
              <a:ext uri="{FF2B5EF4-FFF2-40B4-BE49-F238E27FC236}">
                <a16:creationId xmlns:a16="http://schemas.microsoft.com/office/drawing/2014/main" id="{339EE12A-2666-5232-B00C-CC23BD4243E8}"/>
              </a:ext>
            </a:extLst>
          </p:cNvPr>
          <p:cNvSpPr txBox="1"/>
          <p:nvPr/>
        </p:nvSpPr>
        <p:spPr>
          <a:xfrm>
            <a:off x="134011" y="1649191"/>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304878210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3C3C3A"/>
      </a:dk1>
      <a:lt1>
        <a:srgbClr val="FFFFFF"/>
      </a:lt1>
      <a:dk2>
        <a:srgbClr val="3C3C3A"/>
      </a:dk2>
      <a:lt2>
        <a:srgbClr val="F8485E"/>
      </a:lt2>
      <a:accent1>
        <a:srgbClr val="F8485E"/>
      </a:accent1>
      <a:accent2>
        <a:srgbClr val="FCA2AE"/>
      </a:accent2>
      <a:accent3>
        <a:srgbClr val="FDDADE"/>
      </a:accent3>
      <a:accent4>
        <a:srgbClr val="D7EBE7"/>
      </a:accent4>
      <a:accent5>
        <a:srgbClr val="EFEADC"/>
      </a:accent5>
      <a:accent6>
        <a:srgbClr val="EFEEEE"/>
      </a:accent6>
      <a:hlink>
        <a:srgbClr val="F8485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1857</TotalTime>
  <Words>744</Words>
  <Application>Microsoft Office PowerPoint</Application>
  <PresentationFormat>Affichage à l'écran (16:9)</PresentationFormat>
  <Paragraphs>68</Paragraphs>
  <Slides>2</Slides>
  <Notes>1</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2</vt:i4>
      </vt:variant>
    </vt:vector>
  </HeadingPairs>
  <TitlesOfParts>
    <vt:vector size="11" baseType="lpstr">
      <vt:lpstr>Montserrat Medium</vt:lpstr>
      <vt:lpstr>Montserrat Light</vt:lpstr>
      <vt:lpstr>Verdana</vt:lpstr>
      <vt:lpstr>Arial</vt:lpstr>
      <vt:lpstr>Montserrat</vt:lpstr>
      <vt:lpstr>Montserrat SemiBold</vt:lpstr>
      <vt:lpstr>Century Gothic</vt:lpstr>
      <vt:lpstr>Simple Light</vt:lpstr>
      <vt:lpstr>Simple Light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Mohamed BEN AYED</dc:creator>
  <cp:lastModifiedBy>Fatèn TAGHOUTI</cp:lastModifiedBy>
  <cp:revision>127</cp:revision>
  <dcterms:modified xsi:type="dcterms:W3CDTF">2026-08-11T12:54:42Z</dcterms:modified>
</cp:coreProperties>
</file>