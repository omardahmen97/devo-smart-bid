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1"/>
    <p:sldMasterId id="2147483715" r:id="rId2"/>
  </p:sldMasterIdLst>
  <p:notesMasterIdLst>
    <p:notesMasterId r:id="rId5"/>
  </p:notesMasterIdLst>
  <p:sldIdLst>
    <p:sldId id="307" r:id="rId3"/>
    <p:sldId id="308" r:id="rId4"/>
  </p:sldIdLst>
  <p:sldSz cx="9144000" cy="5143500" type="screen16x9"/>
  <p:notesSz cx="6858000" cy="9144000"/>
  <p:embeddedFontLst>
    <p:embeddedFont>
      <p:font typeface="Century Gothic" panose="020B0502020202020204" pitchFamily="34" charset="0"/>
      <p:regular r:id="rId6"/>
      <p:bold r:id="rId7"/>
      <p:italic r:id="rId8"/>
      <p:boldItalic r:id="rId9"/>
    </p:embeddedFont>
    <p:embeddedFont>
      <p:font typeface="Montserrat" panose="00000500000000000000" pitchFamily="2" charset="0"/>
      <p:regular r:id="rId10"/>
      <p:bold r:id="rId11"/>
      <p:italic r:id="rId12"/>
      <p:boldItalic r:id="rId13"/>
    </p:embeddedFont>
    <p:embeddedFont>
      <p:font typeface="Montserrat Light" panose="00000400000000000000" pitchFamily="2" charset="0"/>
      <p:regular r:id="rId14"/>
      <p:bold r:id="rId15"/>
      <p:italic r:id="rId16"/>
      <p:boldItalic r:id="rId17"/>
    </p:embeddedFont>
    <p:embeddedFont>
      <p:font typeface="Montserrat Medium" panose="00000600000000000000" pitchFamily="2" charset="0"/>
      <p:regular r:id="rId18"/>
      <p:bold r:id="rId19"/>
      <p:italic r:id="rId20"/>
      <p:boldItalic r:id="rId21"/>
    </p:embeddedFont>
    <p:embeddedFont>
      <p:font typeface="Montserrat SemiBold" panose="00000700000000000000" pitchFamily="2" charset="0"/>
      <p:regular r:id="rId22"/>
      <p:bold r:id="rId23"/>
      <p:italic r:id="rId24"/>
      <p:boldItalic r:id="rId25"/>
    </p:embeddedFont>
    <p:embeddedFont>
      <p:font typeface="Verdana" panose="020B060403050404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snapToGrid="0">
      <p:cViewPr varScale="1">
        <p:scale>
          <a:sx n="102" d="100"/>
          <a:sy n="102" d="100"/>
        </p:scale>
        <p:origin x="1589"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font" Target="fonts/font9.fntdata"/><Relationship Id="rId15" Type="http://schemas.openxmlformats.org/officeDocument/2006/relationships/font" Target="fonts/font10.fntdata"/><Relationship Id="rId16" Type="http://schemas.openxmlformats.org/officeDocument/2006/relationships/font" Target="fonts/font11.fntdata"/><Relationship Id="rId17" Type="http://schemas.openxmlformats.org/officeDocument/2006/relationships/font" Target="fonts/font12.fntdata"/><Relationship Id="rId18" Type="http://schemas.openxmlformats.org/officeDocument/2006/relationships/font" Target="fonts/font13.fntdata"/><Relationship Id="rId19" Type="http://schemas.openxmlformats.org/officeDocument/2006/relationships/font" Target="fonts/font14.fntdata"/><Relationship Id="rId20" Type="http://schemas.openxmlformats.org/officeDocument/2006/relationships/font" Target="fonts/font15.fntdata"/><Relationship Id="rId21" Type="http://schemas.openxmlformats.org/officeDocument/2006/relationships/font" Target="fonts/font16.fntdata"/><Relationship Id="rId22" Type="http://schemas.openxmlformats.org/officeDocument/2006/relationships/font" Target="fonts/font17.fntdata"/><Relationship Id="rId23" Type="http://schemas.openxmlformats.org/officeDocument/2006/relationships/font" Target="fonts/font18.fntdata"/><Relationship Id="rId24" Type="http://schemas.openxmlformats.org/officeDocument/2006/relationships/font" Target="fonts/font19.fntdata"/><Relationship Id="rId25" Type="http://schemas.openxmlformats.org/officeDocument/2006/relationships/font" Target="fonts/font20.fntdata"/><Relationship Id="rId26" Type="http://schemas.openxmlformats.org/officeDocument/2006/relationships/font" Target="fonts/font21.fntdata"/><Relationship Id="rId27" Type="http://schemas.openxmlformats.org/officeDocument/2006/relationships/font" Target="fonts/font22.fntdata"/><Relationship Id="rId28" Type="http://schemas.openxmlformats.org/officeDocument/2006/relationships/font" Target="fonts/font23.fntdata"/><Relationship Id="rId29" Type="http://schemas.openxmlformats.org/officeDocument/2006/relationships/font" Target="fonts/font24.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924A6FFB-6134-EF9E-6A7E-C503253867FC}"/>
            </a:ext>
          </a:extLst>
        </p:cNvPr>
        <p:cNvGrpSpPr/>
        <p:nvPr/>
      </p:nvGrpSpPr>
      <p:grpSpPr>
        <a:xfrm>
          <a:off x="0" y="0"/>
          <a:ext cx="0" cy="0"/>
          <a:chOff x="0" y="0"/>
          <a:chExt cx="0" cy="0"/>
        </a:xfrm>
      </p:grpSpPr>
      <p:sp>
        <p:nvSpPr>
          <p:cNvPr id="865" name="Google Shape;865;g3f517f0088e_2_695:notes">
            <a:extLst>
              <a:ext uri="{FF2B5EF4-FFF2-40B4-BE49-F238E27FC236}">
                <a16:creationId xmlns:a16="http://schemas.microsoft.com/office/drawing/2014/main" id="{DAD1A018-DF5F-ECE4-5E64-5D72F18321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6" name="Google Shape;866;g3f517f0088e_2_695:notes">
            <a:extLst>
              <a:ext uri="{FF2B5EF4-FFF2-40B4-BE49-F238E27FC236}">
                <a16:creationId xmlns:a16="http://schemas.microsoft.com/office/drawing/2014/main" id="{1C3BA472-989D-3C5B-BC1A-C377FF6937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7933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emplate - keep it empty">
  <p:cSld name="Blank template - keep it empty">
    <p:spTree>
      <p:nvGrpSpPr>
        <p:cNvPr id="1" name="Shape 99"/>
        <p:cNvGrpSpPr/>
        <p:nvPr/>
      </p:nvGrpSpPr>
      <p:grpSpPr>
        <a:xfrm>
          <a:off x="0" y="0"/>
          <a:ext cx="0" cy="0"/>
          <a:chOff x="0" y="0"/>
          <a:chExt cx="0" cy="0"/>
        </a:xfrm>
      </p:grpSpPr>
      <p:sp>
        <p:nvSpPr>
          <p:cNvPr id="100" name="Google Shape;100;p21"/>
          <p:cNvSpPr txBox="1">
            <a:spLocks noGrp="1"/>
          </p:cNvSpPr>
          <p:nvPr>
            <p:ph type="sldNum" idx="12"/>
          </p:nvPr>
        </p:nvSpPr>
        <p:spPr>
          <a:xfrm>
            <a:off x="8556775" y="4861575"/>
            <a:ext cx="587100" cy="145200"/>
          </a:xfrm>
          <a:prstGeom prst="rect">
            <a:avLst/>
          </a:prstGeom>
          <a:noFill/>
          <a:ln>
            <a:noFill/>
          </a:ln>
        </p:spPr>
        <p:txBody>
          <a:bodyPr spcFirstLastPara="1" wrap="square" lIns="68575" tIns="68575" rIns="68575" bIns="68575" anchor="t" anchorCtr="0">
            <a:noAutofit/>
          </a:bodyPr>
          <a:lstStyle>
            <a:lvl1pPr marL="0" marR="0" lvl="0"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4) Content - One title and extra long text">
  <p:cSld name="44) Content - One title and extra long text">
    <p:spTree>
      <p:nvGrpSpPr>
        <p:cNvPr id="1" name="Shape 101"/>
        <p:cNvGrpSpPr/>
        <p:nvPr/>
      </p:nvGrpSpPr>
      <p:grpSpPr>
        <a:xfrm>
          <a:off x="0" y="0"/>
          <a:ext cx="0" cy="0"/>
          <a:chOff x="0" y="0"/>
          <a:chExt cx="0" cy="0"/>
        </a:xfrm>
      </p:grpSpPr>
      <p:sp>
        <p:nvSpPr>
          <p:cNvPr id="102" name="Google Shape;102;p22"/>
          <p:cNvSpPr txBox="1">
            <a:spLocks noGrp="1"/>
          </p:cNvSpPr>
          <p:nvPr>
            <p:ph type="subTitle" idx="1"/>
          </p:nvPr>
        </p:nvSpPr>
        <p:spPr>
          <a:xfrm>
            <a:off x="587225" y="1165925"/>
            <a:ext cx="3324300" cy="1539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3C3C3A"/>
              </a:buClr>
              <a:buSzPts val="500"/>
              <a:buFont typeface="Montserrat"/>
              <a:buNone/>
              <a:defRPr sz="1000" b="1">
                <a:solidFill>
                  <a:srgbClr val="3C3C3A"/>
                </a:solidFill>
                <a:latin typeface="Montserrat"/>
                <a:ea typeface="Montserrat"/>
                <a:cs typeface="Montserrat"/>
                <a:sym typeface="Montserrat"/>
              </a:defRPr>
            </a:lvl1pPr>
            <a:lvl2pPr lvl="1" algn="l">
              <a:lnSpc>
                <a:spcPct val="100000"/>
              </a:lnSpc>
              <a:spcBef>
                <a:spcPts val="0"/>
              </a:spcBef>
              <a:spcAft>
                <a:spcPts val="0"/>
              </a:spcAft>
              <a:buSzPts val="500"/>
              <a:buFont typeface="Montserrat"/>
              <a:buNone/>
              <a:defRPr sz="1000" b="1">
                <a:latin typeface="Montserrat"/>
                <a:ea typeface="Montserrat"/>
                <a:cs typeface="Montserrat"/>
                <a:sym typeface="Montserrat"/>
              </a:defRPr>
            </a:lvl2pPr>
            <a:lvl3pPr lvl="2" algn="l">
              <a:lnSpc>
                <a:spcPct val="100000"/>
              </a:lnSpc>
              <a:spcBef>
                <a:spcPts val="0"/>
              </a:spcBef>
              <a:spcAft>
                <a:spcPts val="0"/>
              </a:spcAft>
              <a:buSzPts val="500"/>
              <a:buFont typeface="Montserrat"/>
              <a:buNone/>
              <a:defRPr sz="1000" b="1">
                <a:latin typeface="Montserrat"/>
                <a:ea typeface="Montserrat"/>
                <a:cs typeface="Montserrat"/>
                <a:sym typeface="Montserrat"/>
              </a:defRPr>
            </a:lvl3pPr>
            <a:lvl4pPr lvl="3" algn="l">
              <a:lnSpc>
                <a:spcPct val="100000"/>
              </a:lnSpc>
              <a:spcBef>
                <a:spcPts val="0"/>
              </a:spcBef>
              <a:spcAft>
                <a:spcPts val="0"/>
              </a:spcAft>
              <a:buSzPts val="500"/>
              <a:buFont typeface="Montserrat"/>
              <a:buNone/>
              <a:defRPr sz="1000" b="1">
                <a:latin typeface="Montserrat"/>
                <a:ea typeface="Montserrat"/>
                <a:cs typeface="Montserrat"/>
                <a:sym typeface="Montserrat"/>
              </a:defRPr>
            </a:lvl4pPr>
            <a:lvl5pPr lvl="4" algn="l">
              <a:lnSpc>
                <a:spcPct val="100000"/>
              </a:lnSpc>
              <a:spcBef>
                <a:spcPts val="0"/>
              </a:spcBef>
              <a:spcAft>
                <a:spcPts val="0"/>
              </a:spcAft>
              <a:buSzPts val="500"/>
              <a:buFont typeface="Montserrat"/>
              <a:buNone/>
              <a:defRPr sz="1000" b="1">
                <a:latin typeface="Montserrat"/>
                <a:ea typeface="Montserrat"/>
                <a:cs typeface="Montserrat"/>
                <a:sym typeface="Montserrat"/>
              </a:defRPr>
            </a:lvl5pPr>
            <a:lvl6pPr lvl="5" algn="l">
              <a:lnSpc>
                <a:spcPct val="100000"/>
              </a:lnSpc>
              <a:spcBef>
                <a:spcPts val="0"/>
              </a:spcBef>
              <a:spcAft>
                <a:spcPts val="0"/>
              </a:spcAft>
              <a:buSzPts val="500"/>
              <a:buFont typeface="Montserrat"/>
              <a:buNone/>
              <a:defRPr sz="1000" b="1">
                <a:latin typeface="Montserrat"/>
                <a:ea typeface="Montserrat"/>
                <a:cs typeface="Montserrat"/>
                <a:sym typeface="Montserrat"/>
              </a:defRPr>
            </a:lvl6pPr>
            <a:lvl7pPr lvl="6" algn="l">
              <a:lnSpc>
                <a:spcPct val="100000"/>
              </a:lnSpc>
              <a:spcBef>
                <a:spcPts val="0"/>
              </a:spcBef>
              <a:spcAft>
                <a:spcPts val="0"/>
              </a:spcAft>
              <a:buSzPts val="500"/>
              <a:buFont typeface="Montserrat"/>
              <a:buNone/>
              <a:defRPr sz="1000" b="1">
                <a:latin typeface="Montserrat"/>
                <a:ea typeface="Montserrat"/>
                <a:cs typeface="Montserrat"/>
                <a:sym typeface="Montserrat"/>
              </a:defRPr>
            </a:lvl7pPr>
            <a:lvl8pPr lvl="7" algn="l">
              <a:lnSpc>
                <a:spcPct val="100000"/>
              </a:lnSpc>
              <a:spcBef>
                <a:spcPts val="0"/>
              </a:spcBef>
              <a:spcAft>
                <a:spcPts val="0"/>
              </a:spcAft>
              <a:buSzPts val="500"/>
              <a:buFont typeface="Montserrat"/>
              <a:buNone/>
              <a:defRPr sz="1000" b="1">
                <a:latin typeface="Montserrat"/>
                <a:ea typeface="Montserrat"/>
                <a:cs typeface="Montserrat"/>
                <a:sym typeface="Montserrat"/>
              </a:defRPr>
            </a:lvl8pPr>
            <a:lvl9pPr lvl="8" algn="l">
              <a:lnSpc>
                <a:spcPct val="100000"/>
              </a:lnSpc>
              <a:spcBef>
                <a:spcPts val="0"/>
              </a:spcBef>
              <a:spcAft>
                <a:spcPts val="0"/>
              </a:spcAft>
              <a:buSzPts val="500"/>
              <a:buFont typeface="Montserrat"/>
              <a:buNone/>
              <a:defRPr sz="1000" b="1">
                <a:latin typeface="Montserrat"/>
                <a:ea typeface="Montserrat"/>
                <a:cs typeface="Montserrat"/>
                <a:sym typeface="Montserrat"/>
              </a:defRPr>
            </a:lvl9pPr>
          </a:lstStyle>
          <a:p>
            <a:endParaRPr/>
          </a:p>
        </p:txBody>
      </p:sp>
      <p:sp>
        <p:nvSpPr>
          <p:cNvPr id="103" name="Google Shape;103;p22"/>
          <p:cNvSpPr txBox="1">
            <a:spLocks noGrp="1"/>
          </p:cNvSpPr>
          <p:nvPr>
            <p:ph type="body" idx="2"/>
          </p:nvPr>
        </p:nvSpPr>
        <p:spPr>
          <a:xfrm>
            <a:off x="587225" y="1506375"/>
            <a:ext cx="7885200" cy="29415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1pPr>
            <a:lvl2pPr marL="914400" lvl="1"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2pPr>
            <a:lvl3pPr marL="1371600" lvl="2"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3pPr>
            <a:lvl4pPr marL="1828800" lvl="3"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4pPr>
            <a:lvl5pPr marL="2286000" lvl="4"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5pPr>
            <a:lvl6pPr marL="2743200" lvl="5"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6pPr>
            <a:lvl7pPr marL="3200400" lvl="6"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7pPr>
            <a:lvl8pPr marL="3657600" lvl="7"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8pPr>
            <a:lvl9pPr marL="4114800" lvl="8"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9pPr>
          </a:lstStyle>
          <a:p>
            <a:endParaRPr/>
          </a:p>
        </p:txBody>
      </p:sp>
      <p:sp>
        <p:nvSpPr>
          <p:cNvPr id="104" name="Google Shape;104;p22"/>
          <p:cNvSpPr txBox="1">
            <a:spLocks noGrp="1"/>
          </p:cNvSpPr>
          <p:nvPr>
            <p:ph type="title"/>
          </p:nvPr>
        </p:nvSpPr>
        <p:spPr>
          <a:xfrm>
            <a:off x="587225" y="572700"/>
            <a:ext cx="5497500" cy="3039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9pPr>
          </a:lstStyle>
          <a:p>
            <a:endParaRPr/>
          </a:p>
        </p:txBody>
      </p:sp>
      <p:pic>
        <p:nvPicPr>
          <p:cNvPr id="105" name="Google Shape;105;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112"/>
        <p:cNvGrpSpPr/>
        <p:nvPr/>
      </p:nvGrpSpPr>
      <p:grpSpPr>
        <a:xfrm>
          <a:off x="0" y="0"/>
          <a:ext cx="0" cy="0"/>
          <a:chOff x="0" y="0"/>
          <a:chExt cx="0" cy="0"/>
        </a:xfrm>
      </p:grpSpPr>
      <p:sp>
        <p:nvSpPr>
          <p:cNvPr id="113" name="Google Shape;113;p24"/>
          <p:cNvSpPr txBox="1">
            <a:spLocks noGrp="1"/>
          </p:cNvSpPr>
          <p:nvPr>
            <p:ph type="sldNum" idx="12"/>
          </p:nvPr>
        </p:nvSpPr>
        <p:spPr>
          <a:xfrm>
            <a:off x="8472458" y="4663217"/>
            <a:ext cx="548775" cy="393525"/>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pic>
        <p:nvPicPr>
          <p:cNvPr id="114" name="Google Shape;114;p2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eader only">
  <p:cSld name="Header only">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a:off x="540000" y="360000"/>
            <a:ext cx="8064000" cy="540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117" name="Google Shape;117;p2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Empty">
  <p:cSld name="1) Empty">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lvl="0" algn="l">
              <a:lnSpc>
                <a:spcPct val="100000"/>
              </a:lnSpc>
              <a:spcBef>
                <a:spcPts val="0"/>
              </a:spcBef>
              <a:spcAft>
                <a:spcPts val="0"/>
              </a:spcAft>
              <a:buSzPts val="1100"/>
              <a:buNone/>
              <a:defRPr>
                <a:latin typeface="Montserrat"/>
                <a:ea typeface="Montserrat"/>
                <a:cs typeface="Montserrat"/>
                <a:sym typeface="Montserrat"/>
              </a:defRPr>
            </a:lvl1pPr>
            <a:lvl2pPr lvl="1" algn="l">
              <a:lnSpc>
                <a:spcPct val="100000"/>
              </a:lnSpc>
              <a:spcBef>
                <a:spcPts val="0"/>
              </a:spcBef>
              <a:spcAft>
                <a:spcPts val="0"/>
              </a:spcAft>
              <a:buSzPts val="1100"/>
              <a:buNone/>
              <a:defRPr>
                <a:latin typeface="Montserrat"/>
                <a:ea typeface="Montserrat"/>
                <a:cs typeface="Montserrat"/>
                <a:sym typeface="Montserrat"/>
              </a:defRPr>
            </a:lvl2pPr>
            <a:lvl3pPr lvl="2" algn="l">
              <a:lnSpc>
                <a:spcPct val="100000"/>
              </a:lnSpc>
              <a:spcBef>
                <a:spcPts val="0"/>
              </a:spcBef>
              <a:spcAft>
                <a:spcPts val="0"/>
              </a:spcAft>
              <a:buSzPts val="1100"/>
              <a:buNone/>
              <a:defRPr>
                <a:latin typeface="Montserrat"/>
                <a:ea typeface="Montserrat"/>
                <a:cs typeface="Montserrat"/>
                <a:sym typeface="Montserrat"/>
              </a:defRPr>
            </a:lvl3pPr>
            <a:lvl4pPr lvl="3" algn="l">
              <a:lnSpc>
                <a:spcPct val="100000"/>
              </a:lnSpc>
              <a:spcBef>
                <a:spcPts val="0"/>
              </a:spcBef>
              <a:spcAft>
                <a:spcPts val="0"/>
              </a:spcAft>
              <a:buSzPts val="1100"/>
              <a:buNone/>
              <a:defRPr>
                <a:latin typeface="Montserrat"/>
                <a:ea typeface="Montserrat"/>
                <a:cs typeface="Montserrat"/>
                <a:sym typeface="Montserrat"/>
              </a:defRPr>
            </a:lvl4pPr>
            <a:lvl5pPr lvl="4" algn="l">
              <a:lnSpc>
                <a:spcPct val="100000"/>
              </a:lnSpc>
              <a:spcBef>
                <a:spcPts val="0"/>
              </a:spcBef>
              <a:spcAft>
                <a:spcPts val="0"/>
              </a:spcAft>
              <a:buSzPts val="1100"/>
              <a:buNone/>
              <a:defRPr>
                <a:latin typeface="Montserrat"/>
                <a:ea typeface="Montserrat"/>
                <a:cs typeface="Montserrat"/>
                <a:sym typeface="Montserrat"/>
              </a:defRPr>
            </a:lvl5pPr>
            <a:lvl6pPr lvl="5" algn="l">
              <a:lnSpc>
                <a:spcPct val="100000"/>
              </a:lnSpc>
              <a:spcBef>
                <a:spcPts val="0"/>
              </a:spcBef>
              <a:spcAft>
                <a:spcPts val="0"/>
              </a:spcAft>
              <a:buSzPts val="1100"/>
              <a:buNone/>
              <a:defRPr>
                <a:latin typeface="Montserrat"/>
                <a:ea typeface="Montserrat"/>
                <a:cs typeface="Montserrat"/>
                <a:sym typeface="Montserrat"/>
              </a:defRPr>
            </a:lvl6pPr>
            <a:lvl7pPr lvl="6" algn="l">
              <a:lnSpc>
                <a:spcPct val="100000"/>
              </a:lnSpc>
              <a:spcBef>
                <a:spcPts val="0"/>
              </a:spcBef>
              <a:spcAft>
                <a:spcPts val="0"/>
              </a:spcAft>
              <a:buSzPts val="1100"/>
              <a:buNone/>
              <a:defRPr>
                <a:latin typeface="Montserrat"/>
                <a:ea typeface="Montserrat"/>
                <a:cs typeface="Montserrat"/>
                <a:sym typeface="Montserrat"/>
              </a:defRPr>
            </a:lvl7pPr>
            <a:lvl8pPr lvl="7" algn="l">
              <a:lnSpc>
                <a:spcPct val="100000"/>
              </a:lnSpc>
              <a:spcBef>
                <a:spcPts val="0"/>
              </a:spcBef>
              <a:spcAft>
                <a:spcPts val="0"/>
              </a:spcAft>
              <a:buSzPts val="1100"/>
              <a:buNone/>
              <a:defRPr>
                <a:latin typeface="Montserrat"/>
                <a:ea typeface="Montserrat"/>
                <a:cs typeface="Montserrat"/>
                <a:sym typeface="Montserrat"/>
              </a:defRPr>
            </a:lvl8pPr>
            <a:lvl9pPr lvl="8" algn="l">
              <a:lnSpc>
                <a:spcPct val="100000"/>
              </a:lnSpc>
              <a:spcBef>
                <a:spcPts val="0"/>
              </a:spcBef>
              <a:spcAft>
                <a:spcPts val="0"/>
              </a:spcAft>
              <a:buSzPts val="1100"/>
              <a:buNone/>
              <a:defRPr>
                <a:latin typeface="Montserrat"/>
                <a:ea typeface="Montserrat"/>
                <a:cs typeface="Montserrat"/>
                <a:sym typeface="Montserrat"/>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6_Blank White template">
  <p:cSld name="16_Blank White template">
    <p:spTree>
      <p:nvGrpSpPr>
        <p:cNvPr id="1" name="Shape 120"/>
        <p:cNvGrpSpPr/>
        <p:nvPr/>
      </p:nvGrpSpPr>
      <p:grpSpPr>
        <a:xfrm>
          <a:off x="0" y="0"/>
          <a:ext cx="0" cy="0"/>
          <a:chOff x="0" y="0"/>
          <a:chExt cx="0" cy="0"/>
        </a:xfrm>
      </p:grpSpPr>
      <p:sp>
        <p:nvSpPr>
          <p:cNvPr id="121" name="Google Shape;121;p27"/>
          <p:cNvSpPr txBox="1">
            <a:spLocks noGrp="1"/>
          </p:cNvSpPr>
          <p:nvPr>
            <p:ph type="sldNum" idx="12"/>
          </p:nvPr>
        </p:nvSpPr>
        <p:spPr>
          <a:xfrm>
            <a:off x="6695471" y="4718888"/>
            <a:ext cx="2057400" cy="2738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a:t>
            </a:fld>
            <a:endParaRPr/>
          </a:p>
        </p:txBody>
      </p:sp>
      <p:sp>
        <p:nvSpPr>
          <p:cNvPr id="122" name="Google Shape;122;p27"/>
          <p:cNvSpPr txBox="1">
            <a:spLocks noGrp="1"/>
          </p:cNvSpPr>
          <p:nvPr>
            <p:ph type="title"/>
          </p:nvPr>
        </p:nvSpPr>
        <p:spPr>
          <a:xfrm>
            <a:off x="391130" y="330362"/>
            <a:ext cx="8361675" cy="290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7"/>
          <p:cNvSpPr txBox="1">
            <a:spLocks noGrp="1"/>
          </p:cNvSpPr>
          <p:nvPr>
            <p:ph type="body" idx="1"/>
          </p:nvPr>
        </p:nvSpPr>
        <p:spPr>
          <a:xfrm>
            <a:off x="391129" y="939998"/>
            <a:ext cx="8361675" cy="18697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pic>
        <p:nvPicPr>
          <p:cNvPr id="124" name="Google Shape;124;p2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5"/>
        <p:cNvGrpSpPr/>
        <p:nvPr/>
      </p:nvGrpSpPr>
      <p:grpSpPr>
        <a:xfrm>
          <a:off x="0" y="0"/>
          <a:ext cx="0" cy="0"/>
          <a:chOff x="0" y="0"/>
          <a:chExt cx="0" cy="0"/>
        </a:xfrm>
      </p:grpSpPr>
      <p:sp>
        <p:nvSpPr>
          <p:cNvPr id="126" name="Google Shape;126;p28"/>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27" name="Google Shape;127;p28"/>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28" name="Google Shape;128;p28"/>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29"/>
        <p:cNvGrpSpPr/>
        <p:nvPr/>
      </p:nvGrpSpPr>
      <p:grpSpPr>
        <a:xfrm>
          <a:off x="0" y="0"/>
          <a:ext cx="0" cy="0"/>
          <a:chOff x="0" y="0"/>
          <a:chExt cx="0" cy="0"/>
        </a:xfrm>
      </p:grpSpPr>
      <p:sp>
        <p:nvSpPr>
          <p:cNvPr id="130" name="Google Shape;130;p29"/>
          <p:cNvSpPr txBox="1">
            <a:spLocks noGrp="1"/>
          </p:cNvSpPr>
          <p:nvPr>
            <p:ph type="title"/>
          </p:nvPr>
        </p:nvSpPr>
        <p:spPr>
          <a:xfrm>
            <a:off x="674700" y="579450"/>
            <a:ext cx="5826000" cy="4446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800" b="0" i="0">
                <a:solidFill>
                  <a:srgbClr val="3B3B39"/>
                </a:solidFill>
                <a:latin typeface="Verdana"/>
                <a:ea typeface="Verdana"/>
                <a:cs typeface="Verdana"/>
                <a:sym typeface="Verdan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29"/>
          <p:cNvSpPr txBox="1">
            <a:spLocks noGrp="1"/>
          </p:cNvSpPr>
          <p:nvPr>
            <p:ph type="body" idx="1"/>
          </p:nvPr>
        </p:nvSpPr>
        <p:spPr>
          <a:xfrm>
            <a:off x="706450" y="1262075"/>
            <a:ext cx="4556100" cy="2008500"/>
          </a:xfrm>
          <a:prstGeom prst="rect">
            <a:avLst/>
          </a:prstGeom>
          <a:noFill/>
          <a:ln>
            <a:noFill/>
          </a:ln>
        </p:spPr>
        <p:txBody>
          <a:bodyPr spcFirstLastPara="1" wrap="square" lIns="0" tIns="0" rIns="0" bIns="0" anchor="t" anchorCtr="0">
            <a:noAutofit/>
          </a:bodyPr>
          <a:lstStyle>
            <a:lvl1pPr marL="457200" lvl="0" indent="-298450" algn="l">
              <a:lnSpc>
                <a:spcPct val="100000"/>
              </a:lnSpc>
              <a:spcBef>
                <a:spcPts val="0"/>
              </a:spcBef>
              <a:spcAft>
                <a:spcPts val="0"/>
              </a:spcAft>
              <a:buSzPts val="1100"/>
              <a:buChar char="●"/>
              <a:defRPr sz="900" b="0" i="0">
                <a:solidFill>
                  <a:srgbClr val="55545A"/>
                </a:solidFill>
                <a:latin typeface="Verdana"/>
                <a:ea typeface="Verdana"/>
                <a:cs typeface="Verdana"/>
                <a:sym typeface="Verdana"/>
              </a:defRPr>
            </a:lvl1pPr>
            <a:lvl2pPr marL="914400" lvl="1" indent="-298450" algn="l">
              <a:lnSpc>
                <a:spcPct val="100000"/>
              </a:lnSpc>
              <a:spcBef>
                <a:spcPts val="0"/>
              </a:spcBef>
              <a:spcAft>
                <a:spcPts val="0"/>
              </a:spcAft>
              <a:buSzPts val="1100"/>
              <a:buChar char="○"/>
              <a:defRPr/>
            </a:lvl2pPr>
            <a:lvl3pPr marL="1371600" lvl="2" indent="-298450" algn="l">
              <a:lnSpc>
                <a:spcPct val="100000"/>
              </a:lnSpc>
              <a:spcBef>
                <a:spcPts val="0"/>
              </a:spcBef>
              <a:spcAft>
                <a:spcPts val="0"/>
              </a:spcAft>
              <a:buSzPts val="1100"/>
              <a:buChar char="■"/>
              <a:defRPr/>
            </a:lvl3pPr>
            <a:lvl4pPr marL="1828800" lvl="3" indent="-298450" algn="l">
              <a:lnSpc>
                <a:spcPct val="100000"/>
              </a:lnSpc>
              <a:spcBef>
                <a:spcPts val="0"/>
              </a:spcBef>
              <a:spcAft>
                <a:spcPts val="0"/>
              </a:spcAft>
              <a:buSzPts val="1100"/>
              <a:buChar char="●"/>
              <a:defRPr/>
            </a:lvl4pPr>
            <a:lvl5pPr marL="2286000" lvl="4" indent="-298450" algn="l">
              <a:lnSpc>
                <a:spcPct val="100000"/>
              </a:lnSpc>
              <a:spcBef>
                <a:spcPts val="0"/>
              </a:spcBef>
              <a:spcAft>
                <a:spcPts val="0"/>
              </a:spcAft>
              <a:buSzPts val="1100"/>
              <a:buChar char="○"/>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sp>
        <p:nvSpPr>
          <p:cNvPr id="132" name="Google Shape;132;p29"/>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33" name="Google Shape;133;p29"/>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34" name="Google Shape;134;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35" name="Google Shape;135;p29"/>
          <p:cNvSpPr txBox="1"/>
          <p:nvPr/>
        </p:nvSpPr>
        <p:spPr>
          <a:xfrm>
            <a:off x="4984500" y="4923200"/>
            <a:ext cx="4038600" cy="194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a:buNone/>
            </a:pPr>
            <a:fld id="{00000000-1234-1234-1234-123412341234}" type="slidenum">
              <a:rPr lang="en-GB" sz="800" b="0" i="0" u="none" strike="noStrike" cap="none">
                <a:solidFill>
                  <a:schemeClr val="dk1"/>
                </a:solidFill>
                <a:latin typeface="Montserrat"/>
                <a:ea typeface="Montserrat"/>
                <a:cs typeface="Montserrat"/>
                <a:sym typeface="Montserrat"/>
              </a:rPr>
              <a:t>‹N°›</a:t>
            </a:fld>
            <a:endParaRPr sz="800" b="0" i="0" u="none" strike="noStrike" cap="none">
              <a:solidFill>
                <a:schemeClr val="dk1"/>
              </a:solidFill>
              <a:latin typeface="Montserrat"/>
              <a:ea typeface="Montserrat"/>
              <a:cs typeface="Montserrat"/>
              <a:sym typeface="Montserrat"/>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0) Divider - Title left double pink dots">
  <p:cSld name="10) Divider - Title left double pink dots">
    <p:spTree>
      <p:nvGrpSpPr>
        <p:cNvPr id="1" name="Shape 136"/>
        <p:cNvGrpSpPr/>
        <p:nvPr/>
      </p:nvGrpSpPr>
      <p:grpSpPr>
        <a:xfrm>
          <a:off x="0" y="0"/>
          <a:ext cx="0" cy="0"/>
          <a:chOff x="0" y="0"/>
          <a:chExt cx="0" cy="0"/>
        </a:xfrm>
      </p:grpSpPr>
      <p:sp>
        <p:nvSpPr>
          <p:cNvPr id="137" name="Google Shape;137;p30"/>
          <p:cNvSpPr txBox="1">
            <a:spLocks noGrp="1"/>
          </p:cNvSpPr>
          <p:nvPr>
            <p:ph type="body" idx="1"/>
          </p:nvPr>
        </p:nvSpPr>
        <p:spPr>
          <a:xfrm>
            <a:off x="5795700" y="1362925"/>
            <a:ext cx="2761200" cy="2138400"/>
          </a:xfrm>
          <a:prstGeom prst="rect">
            <a:avLst/>
          </a:prstGeom>
          <a:noFill/>
          <a:ln>
            <a:noFill/>
          </a:ln>
        </p:spPr>
        <p:txBody>
          <a:bodyPr spcFirstLastPara="1" wrap="square" lIns="0" tIns="0" rIns="0" bIns="0" anchor="t" anchorCtr="0">
            <a:noAutofit/>
          </a:bodyPr>
          <a:lstStyle>
            <a:lvl1pPr marL="457200" lvl="0"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1pPr>
            <a:lvl2pPr marL="914400" lvl="1"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2pPr>
            <a:lvl3pPr marL="1371600" lvl="2"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3pPr>
            <a:lvl4pPr marL="1828800" lvl="3"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4pPr>
            <a:lvl5pPr marL="2286000" lvl="4"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5pPr>
            <a:lvl6pPr marL="2743200" lvl="5"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6pPr>
            <a:lvl7pPr marL="3200400" lvl="6"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7pPr>
            <a:lvl8pPr marL="3657600" lvl="7"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8pPr>
            <a:lvl9pPr marL="4114800" lvl="8"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9pPr>
          </a:lstStyle>
          <a:p>
            <a:endParaRPr/>
          </a:p>
        </p:txBody>
      </p:sp>
      <p:sp>
        <p:nvSpPr>
          <p:cNvPr id="138" name="Google Shape;138;p30"/>
          <p:cNvSpPr txBox="1">
            <a:spLocks noGrp="1"/>
          </p:cNvSpPr>
          <p:nvPr>
            <p:ph type="title"/>
          </p:nvPr>
        </p:nvSpPr>
        <p:spPr>
          <a:xfrm>
            <a:off x="1080003" y="1800450"/>
            <a:ext cx="3387600" cy="1542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rgbClr val="3C3C3A"/>
              </a:buClr>
              <a:buSzPts val="2200"/>
              <a:buFont typeface="Montserrat Light"/>
              <a:buNone/>
              <a:defRPr sz="4200">
                <a:solidFill>
                  <a:srgbClr val="3C3C3A"/>
                </a:solidFill>
                <a:latin typeface="Montserrat Light"/>
                <a:ea typeface="Montserrat Light"/>
                <a:cs typeface="Montserrat Light"/>
                <a:sym typeface="Montserrat Light"/>
              </a:defRPr>
            </a:lvl1pPr>
            <a:lvl2pPr lvl="1"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2pPr>
            <a:lvl3pPr lvl="2"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3pPr>
            <a:lvl4pPr lvl="3"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4pPr>
            <a:lvl5pPr lvl="4"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5pPr>
            <a:lvl6pPr lvl="5"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6pPr>
            <a:lvl7pPr lvl="6"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7pPr>
            <a:lvl8pPr lvl="7"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8pPr>
            <a:lvl9pPr lvl="8"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9pPr>
          </a:lstStyle>
          <a:p>
            <a:endParaRPr/>
          </a:p>
        </p:txBody>
      </p:sp>
      <p:pic>
        <p:nvPicPr>
          <p:cNvPr id="139" name="Google Shape;139;p3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3655500"/>
            <a:ext cx="591600" cy="1488000"/>
          </a:xfrm>
          <a:prstGeom prst="rect">
            <a:avLst/>
          </a:prstGeom>
          <a:noFill/>
          <a:ln>
            <a:noFill/>
          </a:ln>
        </p:spPr>
      </p:pic>
      <p:pic>
        <p:nvPicPr>
          <p:cNvPr id="140" name="Google Shape;140;p3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41" name="Google Shape;141;p30"/>
          <p:cNvSpPr txBox="1"/>
          <p:nvPr/>
        </p:nvSpPr>
        <p:spPr>
          <a:xfrm>
            <a:off x="4565400" y="4783500"/>
            <a:ext cx="4038600" cy="3600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Medium"/>
              <a:buNone/>
            </a:pPr>
            <a:fld id="{00000000-1234-1234-1234-123412341234}" type="slidenum">
              <a:rPr lang="en-GB" sz="800" b="0" i="0" u="none" strike="noStrike" cap="none">
                <a:solidFill>
                  <a:schemeClr val="dk1"/>
                </a:solidFill>
                <a:latin typeface="Montserrat Medium"/>
                <a:ea typeface="Montserrat Medium"/>
                <a:cs typeface="Montserrat Medium"/>
                <a:sym typeface="Montserrat Medium"/>
              </a:rPr>
              <a:t>‹N°›</a:t>
            </a:fld>
            <a:endParaRPr sz="800" b="0" i="0" u="none" strike="noStrike" cap="none">
              <a:solidFill>
                <a:schemeClr val="dk1"/>
              </a:solidFill>
              <a:latin typeface="Montserrat Medium"/>
              <a:ea typeface="Montserrat Medium"/>
              <a:cs typeface="Montserrat Medium"/>
              <a:sym typeface="Montserrat Medium"/>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4) Thank you">
  <p:cSld name="64) Thank you">
    <p:spTree>
      <p:nvGrpSpPr>
        <p:cNvPr id="1" name="Shape 142"/>
        <p:cNvGrpSpPr/>
        <p:nvPr/>
      </p:nvGrpSpPr>
      <p:grpSpPr>
        <a:xfrm>
          <a:off x="0" y="0"/>
          <a:ext cx="0" cy="0"/>
          <a:chOff x="0" y="0"/>
          <a:chExt cx="0" cy="0"/>
        </a:xfrm>
      </p:grpSpPr>
      <p:pic>
        <p:nvPicPr>
          <p:cNvPr id="143" name="Google Shape;143;p31"/>
          <p:cNvPicPr preferRelativeResize="0"/>
          <p:nvPr/>
        </p:nvPicPr>
        <p:blipFill rotWithShape="1">
          <a:blip r:embed="rId2">
            <a:alphaModFix/>
          </a:blip>
          <a:srcRect/>
          <a:stretch/>
        </p:blipFill>
        <p:spPr>
          <a:xfrm>
            <a:off x="3" y="-25"/>
            <a:ext cx="8817430" cy="4959804"/>
          </a:xfrm>
          <a:prstGeom prst="rect">
            <a:avLst/>
          </a:prstGeom>
          <a:noFill/>
          <a:ln>
            <a:noFill/>
          </a:ln>
          <a:effectLst>
            <a:outerShdw blurRad="57150" dist="19050" dir="5400000" algn="bl" rotWithShape="0">
              <a:srgbClr val="000000">
                <a:alpha val="49019"/>
              </a:srgbClr>
            </a:outerShdw>
          </a:effectLst>
        </p:spPr>
      </p:pic>
      <p:pic>
        <p:nvPicPr>
          <p:cNvPr id="144" name="Google Shape;144;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7225" y="553501"/>
            <a:ext cx="1115848" cy="334125"/>
          </a:xfrm>
          <a:prstGeom prst="rect">
            <a:avLst/>
          </a:prstGeom>
          <a:noFill/>
          <a:ln>
            <a:noFill/>
          </a:ln>
        </p:spPr>
      </p:pic>
      <p:sp>
        <p:nvSpPr>
          <p:cNvPr id="145" name="Google Shape;145;p31"/>
          <p:cNvSpPr txBox="1"/>
          <p:nvPr/>
        </p:nvSpPr>
        <p:spPr>
          <a:xfrm>
            <a:off x="1080000" y="2073000"/>
            <a:ext cx="6983700" cy="997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5300"/>
              <a:buFont typeface="Arial"/>
              <a:buNone/>
            </a:pPr>
            <a:r>
              <a:rPr lang="en-GB" sz="7100" b="0" i="0" u="none" strike="noStrike" cap="none">
                <a:solidFill>
                  <a:srgbClr val="FFFFFF"/>
                </a:solidFill>
                <a:latin typeface="Montserrat Light"/>
                <a:ea typeface="Montserrat Light"/>
                <a:cs typeface="Montserrat Light"/>
                <a:sym typeface="Montserrat Light"/>
              </a:rPr>
              <a:t>Thank</a:t>
            </a:r>
            <a:r>
              <a:rPr lang="en-GB" sz="7100" b="1" i="0" u="none" strike="noStrike" cap="none">
                <a:solidFill>
                  <a:srgbClr val="FFFFFF"/>
                </a:solidFill>
                <a:latin typeface="Montserrat"/>
                <a:ea typeface="Montserrat"/>
                <a:cs typeface="Montserrat"/>
                <a:sym typeface="Montserrat"/>
              </a:rPr>
              <a:t> you.</a:t>
            </a:r>
            <a:endParaRPr sz="7100" b="1" i="0" u="none" strike="noStrike" cap="none">
              <a:solidFill>
                <a:srgbClr val="FFFFFF"/>
              </a:solidFill>
              <a:latin typeface="Montserrat"/>
              <a:ea typeface="Montserrat"/>
              <a:cs typeface="Montserrat"/>
              <a:sym typeface="Montserra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45) Content - Display other material 1">
  <p:cSld name="45) Content - Display other material 1">
    <p:spTree>
      <p:nvGrpSpPr>
        <p:cNvPr id="1" name="Shape 146"/>
        <p:cNvGrpSpPr/>
        <p:nvPr/>
      </p:nvGrpSpPr>
      <p:grpSpPr>
        <a:xfrm>
          <a:off x="0" y="0"/>
          <a:ext cx="0" cy="0"/>
          <a:chOff x="0" y="0"/>
          <a:chExt cx="0" cy="0"/>
        </a:xfrm>
      </p:grpSpPr>
      <p:pic>
        <p:nvPicPr>
          <p:cNvPr id="147" name="Google Shape;147;p32"/>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6" y="-905925"/>
            <a:ext cx="999449" cy="2773202"/>
          </a:xfrm>
          <a:prstGeom prst="rect">
            <a:avLst/>
          </a:prstGeom>
          <a:noFill/>
          <a:ln>
            <a:noFill/>
          </a:ln>
        </p:spPr>
      </p:pic>
      <p:sp>
        <p:nvSpPr>
          <p:cNvPr id="148" name="Google Shape;148;p32"/>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10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49" name="Google Shape;149;p32"/>
          <p:cNvSpPr txBox="1">
            <a:spLocks noGrp="1"/>
          </p:cNvSpPr>
          <p:nvPr>
            <p:ph type="title"/>
          </p:nvPr>
        </p:nvSpPr>
        <p:spPr>
          <a:xfrm>
            <a:off x="587225" y="607050"/>
            <a:ext cx="4821600" cy="2775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4"/>
        <p:cNvGrpSpPr/>
        <p:nvPr/>
      </p:nvGrpSpPr>
      <p:grpSpPr>
        <a:xfrm>
          <a:off x="0" y="0"/>
          <a:ext cx="0" cy="0"/>
          <a:chOff x="0" y="0"/>
          <a:chExt cx="0" cy="0"/>
        </a:xfrm>
      </p:grpSpPr>
      <p:sp>
        <p:nvSpPr>
          <p:cNvPr id="165" name="Google Shape;165;p34"/>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6" name="Google Shape;166;p34"/>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67" name="Google Shape;167;p34"/>
          <p:cNvSpPr txBox="1">
            <a:spLocks noGrp="1"/>
          </p:cNvSpPr>
          <p:nvPr>
            <p:ph type="dt" idx="10"/>
          </p:nvPr>
        </p:nvSpPr>
        <p:spPr>
          <a:xfrm>
            <a:off x="292261" y="4856789"/>
            <a:ext cx="2103000" cy="10767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1100"/>
              <a:buFont typeface="Montserrat"/>
              <a:buNone/>
              <a:defRPr sz="7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68"/>
        <p:cNvGrpSpPr/>
        <p:nvPr/>
      </p:nvGrpSpPr>
      <p:grpSpPr>
        <a:xfrm>
          <a:off x="0" y="0"/>
          <a:ext cx="0" cy="0"/>
          <a:chOff x="0" y="0"/>
          <a:chExt cx="0" cy="0"/>
        </a:xfrm>
      </p:grpSpPr>
      <p:sp>
        <p:nvSpPr>
          <p:cNvPr id="169" name="Google Shape;169;p35"/>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35"/>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71" name="Google Shape;171;p35"/>
          <p:cNvSpPr txBox="1">
            <a:spLocks noGrp="1"/>
          </p:cNvSpPr>
          <p:nvPr>
            <p:ph type="dt" idx="10"/>
          </p:nvPr>
        </p:nvSpPr>
        <p:spPr>
          <a:xfrm>
            <a:off x="292261" y="4856789"/>
            <a:ext cx="2103000" cy="126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mpaign summary">
  <p:cSld name="Campaign summary">
    <p:spTree>
      <p:nvGrpSpPr>
        <p:cNvPr id="1" name="Shape 172"/>
        <p:cNvGrpSpPr/>
        <p:nvPr/>
      </p:nvGrpSpPr>
      <p:grpSpPr>
        <a:xfrm>
          <a:off x="0" y="0"/>
          <a:ext cx="0" cy="0"/>
          <a:chOff x="0" y="0"/>
          <a:chExt cx="0" cy="0"/>
        </a:xfrm>
      </p:grpSpPr>
      <p:sp>
        <p:nvSpPr>
          <p:cNvPr id="173" name="Google Shape;173;p36"/>
          <p:cNvSpPr txBox="1">
            <a:spLocks noGrp="1"/>
          </p:cNvSpPr>
          <p:nvPr>
            <p:ph type="body" idx="1"/>
          </p:nvPr>
        </p:nvSpPr>
        <p:spPr>
          <a:xfrm>
            <a:off x="540000" y="1080000"/>
            <a:ext cx="61563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74" name="Google Shape;174;p36"/>
          <p:cNvSpPr txBox="1">
            <a:spLocks noGrp="1"/>
          </p:cNvSpPr>
          <p:nvPr>
            <p:ph type="title"/>
          </p:nvPr>
        </p:nvSpPr>
        <p:spPr>
          <a:xfrm>
            <a:off x="540000" y="360000"/>
            <a:ext cx="8064000" cy="288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75" name="Google Shape;175;p36"/>
          <p:cNvSpPr txBox="1">
            <a:spLocks noGrp="1"/>
          </p:cNvSpPr>
          <p:nvPr>
            <p:ph type="subTitle" idx="2"/>
          </p:nvPr>
        </p:nvSpPr>
        <p:spPr>
          <a:xfrm>
            <a:off x="540000" y="648125"/>
            <a:ext cx="8064000" cy="252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Clr>
                <a:schemeClr val="dk1"/>
              </a:buClr>
              <a:buSzPts val="11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
        <p:nvSpPr>
          <p:cNvPr id="176" name="Google Shape;176;p36"/>
          <p:cNvSpPr/>
          <p:nvPr/>
        </p:nvSpPr>
        <p:spPr>
          <a:xfrm>
            <a:off x="6896050" y="1079975"/>
            <a:ext cx="1708200" cy="3467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Montserrat Light"/>
              <a:ea typeface="Montserrat Light"/>
              <a:cs typeface="Montserrat Light"/>
              <a:sym typeface="Montserrat Light"/>
            </a:endParaRPr>
          </a:p>
        </p:txBody>
      </p:sp>
      <p:sp>
        <p:nvSpPr>
          <p:cNvPr id="177" name="Google Shape;177;p36"/>
          <p:cNvSpPr txBox="1">
            <a:spLocks noGrp="1"/>
          </p:cNvSpPr>
          <p:nvPr>
            <p:ph type="body" idx="3"/>
          </p:nvPr>
        </p:nvSpPr>
        <p:spPr>
          <a:xfrm>
            <a:off x="6984550" y="1465500"/>
            <a:ext cx="1531200" cy="29757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1pPr>
            <a:lvl2pPr marL="914400" lvl="1"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2pPr>
            <a:lvl3pPr marL="1371600" lvl="2"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3pPr>
            <a:lvl4pPr marL="1828800" lvl="3"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4pPr>
            <a:lvl5pPr marL="2286000" lvl="4"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5pPr>
            <a:lvl6pPr marL="2743200" lvl="5"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6pPr>
            <a:lvl7pPr marL="3200400" lvl="6"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7pPr>
            <a:lvl8pPr marL="3657600" lvl="7"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8pPr>
            <a:lvl9pPr marL="4114800" lvl="8"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9pPr>
          </a:lstStyle>
          <a:p>
            <a:endParaRPr/>
          </a:p>
        </p:txBody>
      </p:sp>
      <p:sp>
        <p:nvSpPr>
          <p:cNvPr id="178" name="Google Shape;178;p36"/>
          <p:cNvSpPr txBox="1">
            <a:spLocks noGrp="1"/>
          </p:cNvSpPr>
          <p:nvPr>
            <p:ph type="subTitle" idx="4"/>
          </p:nvPr>
        </p:nvSpPr>
        <p:spPr>
          <a:xfrm>
            <a:off x="6984550" y="1192950"/>
            <a:ext cx="1531200" cy="134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with Subtitle">
  <p:cSld name="Title Only with Subtitle">
    <p:spTree>
      <p:nvGrpSpPr>
        <p:cNvPr id="1" name="Shape 179"/>
        <p:cNvGrpSpPr/>
        <p:nvPr/>
      </p:nvGrpSpPr>
      <p:grpSpPr>
        <a:xfrm>
          <a:off x="0" y="0"/>
          <a:ext cx="0" cy="0"/>
          <a:chOff x="0" y="0"/>
          <a:chExt cx="0" cy="0"/>
        </a:xfrm>
      </p:grpSpPr>
      <p:sp>
        <p:nvSpPr>
          <p:cNvPr id="180" name="Google Shape;180;p37"/>
          <p:cNvSpPr txBox="1">
            <a:spLocks noGrp="1"/>
          </p:cNvSpPr>
          <p:nvPr>
            <p:ph type="title"/>
          </p:nvPr>
        </p:nvSpPr>
        <p:spPr>
          <a:xfrm>
            <a:off x="337029" y="233533"/>
            <a:ext cx="8393700" cy="897000"/>
          </a:xfrm>
          <a:prstGeom prst="rect">
            <a:avLst/>
          </a:prstGeom>
          <a:noFill/>
          <a:ln>
            <a:noFill/>
          </a:ln>
        </p:spPr>
        <p:txBody>
          <a:bodyPr spcFirstLastPara="1" wrap="square" lIns="51425" tIns="25700" rIns="51425" bIns="25700" anchor="t" anchorCtr="0">
            <a:noAutofit/>
          </a:bodyPr>
          <a:lstStyle>
            <a:lvl1pPr lvl="0" algn="l">
              <a:lnSpc>
                <a:spcPct val="100000"/>
              </a:lnSpc>
              <a:spcBef>
                <a:spcPts val="0"/>
              </a:spcBef>
              <a:spcAft>
                <a:spcPts val="0"/>
              </a:spcAft>
              <a:buClr>
                <a:schemeClr val="dk1"/>
              </a:buClr>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1" name="Google Shape;181;p37"/>
          <p:cNvSpPr txBox="1">
            <a:spLocks noGrp="1"/>
          </p:cNvSpPr>
          <p:nvPr>
            <p:ph type="body" idx="1"/>
          </p:nvPr>
        </p:nvSpPr>
        <p:spPr>
          <a:xfrm>
            <a:off x="336130" y="631589"/>
            <a:ext cx="8396400" cy="270900"/>
          </a:xfrm>
          <a:prstGeom prst="rect">
            <a:avLst/>
          </a:prstGeom>
          <a:noFill/>
          <a:ln>
            <a:noFill/>
          </a:ln>
        </p:spPr>
        <p:txBody>
          <a:bodyPr spcFirstLastPara="1" wrap="square" lIns="51425" tIns="25700" rIns="51425" bIns="25700" anchor="t" anchorCtr="0">
            <a:noAutofit/>
          </a:bodyPr>
          <a:lstStyle>
            <a:lvl1pPr marL="457200" lvl="0" indent="-228600" algn="l">
              <a:lnSpc>
                <a:spcPct val="100000"/>
              </a:lnSpc>
              <a:spcBef>
                <a:spcPts val="300"/>
              </a:spcBef>
              <a:spcAft>
                <a:spcPts val="0"/>
              </a:spcAft>
              <a:buClr>
                <a:schemeClr val="dk1"/>
              </a:buClr>
              <a:buSzPts val="1100"/>
              <a:buFont typeface="Century Gothic"/>
              <a:buNone/>
              <a:defRPr sz="1500"/>
            </a:lvl1pPr>
            <a:lvl2pPr marL="914400" lvl="1" indent="-298450" algn="l">
              <a:lnSpc>
                <a:spcPct val="100000"/>
              </a:lnSpc>
              <a:spcBef>
                <a:spcPts val="500"/>
              </a:spcBef>
              <a:spcAft>
                <a:spcPts val="0"/>
              </a:spcAft>
              <a:buClr>
                <a:schemeClr val="dk1"/>
              </a:buClr>
              <a:buSzPts val="1100"/>
              <a:buChar char="○"/>
              <a:defRPr/>
            </a:lvl2pPr>
            <a:lvl3pPr marL="1371600" lvl="2" indent="-298450" algn="l">
              <a:lnSpc>
                <a:spcPct val="100000"/>
              </a:lnSpc>
              <a:spcBef>
                <a:spcPts val="500"/>
              </a:spcBef>
              <a:spcAft>
                <a:spcPts val="0"/>
              </a:spcAft>
              <a:buClr>
                <a:schemeClr val="dk1"/>
              </a:buClr>
              <a:buSzPts val="1100"/>
              <a:buChar char="■"/>
              <a:defRPr/>
            </a:lvl3pPr>
            <a:lvl4pPr marL="1828800" lvl="3" indent="-298450" algn="l">
              <a:lnSpc>
                <a:spcPct val="100000"/>
              </a:lnSpc>
              <a:spcBef>
                <a:spcPts val="500"/>
              </a:spcBef>
              <a:spcAft>
                <a:spcPts val="0"/>
              </a:spcAft>
              <a:buClr>
                <a:schemeClr val="dk1"/>
              </a:buClr>
              <a:buSzPts val="1100"/>
              <a:buChar char="●"/>
              <a:defRPr/>
            </a:lvl4pPr>
            <a:lvl5pPr marL="2286000" lvl="4" indent="-298450" algn="l">
              <a:lnSpc>
                <a:spcPct val="100000"/>
              </a:lnSpc>
              <a:spcBef>
                <a:spcPts val="500"/>
              </a:spcBef>
              <a:spcAft>
                <a:spcPts val="0"/>
              </a:spcAft>
              <a:buClr>
                <a:schemeClr val="dk1"/>
              </a:buClr>
              <a:buSzPts val="1100"/>
              <a:buChar char="○"/>
              <a:defRPr/>
            </a:lvl5pPr>
            <a:lvl6pPr marL="2743200" lvl="5" indent="-298450" algn="l">
              <a:lnSpc>
                <a:spcPct val="90000"/>
              </a:lnSpc>
              <a:spcBef>
                <a:spcPts val="500"/>
              </a:spcBef>
              <a:spcAft>
                <a:spcPts val="0"/>
              </a:spcAft>
              <a:buClr>
                <a:schemeClr val="dk1"/>
              </a:buClr>
              <a:buSzPts val="1100"/>
              <a:buChar char="■"/>
              <a:defRPr/>
            </a:lvl6pPr>
            <a:lvl7pPr marL="3200400" lvl="6" indent="-298450" algn="l">
              <a:lnSpc>
                <a:spcPct val="90000"/>
              </a:lnSpc>
              <a:spcBef>
                <a:spcPts val="400"/>
              </a:spcBef>
              <a:spcAft>
                <a:spcPts val="0"/>
              </a:spcAft>
              <a:buClr>
                <a:schemeClr val="dk1"/>
              </a:buClr>
              <a:buSzPts val="1100"/>
              <a:buChar char="●"/>
              <a:defRPr/>
            </a:lvl7pPr>
            <a:lvl8pPr marL="3657600" lvl="7" indent="-298450" algn="l">
              <a:lnSpc>
                <a:spcPct val="90000"/>
              </a:lnSpc>
              <a:spcBef>
                <a:spcPts val="400"/>
              </a:spcBef>
              <a:spcAft>
                <a:spcPts val="0"/>
              </a:spcAft>
              <a:buClr>
                <a:schemeClr val="dk1"/>
              </a:buClr>
              <a:buSzPts val="1100"/>
              <a:buChar char="○"/>
              <a:defRPr/>
            </a:lvl8pPr>
            <a:lvl9pPr marL="4114800" lvl="8" indent="-298450" algn="l">
              <a:lnSpc>
                <a:spcPct val="90000"/>
              </a:lnSpc>
              <a:spcBef>
                <a:spcPts val="400"/>
              </a:spcBef>
              <a:spcAft>
                <a:spcPts val="0"/>
              </a:spcAft>
              <a:buClr>
                <a:schemeClr val="dk1"/>
              </a:buClr>
              <a:buSzPts val="11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5) Content - Display other material 1 1">
  <p:cSld name="45) Content - Display other material 1 1">
    <p:spTree>
      <p:nvGrpSpPr>
        <p:cNvPr id="1" name="Shape 182"/>
        <p:cNvGrpSpPr/>
        <p:nvPr/>
      </p:nvGrpSpPr>
      <p:grpSpPr>
        <a:xfrm>
          <a:off x="0" y="0"/>
          <a:ext cx="0" cy="0"/>
          <a:chOff x="0" y="0"/>
          <a:chExt cx="0" cy="0"/>
        </a:xfrm>
      </p:grpSpPr>
      <p:pic>
        <p:nvPicPr>
          <p:cNvPr id="183" name="Google Shape;183;p38"/>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7" y="-905925"/>
            <a:ext cx="999451" cy="2773199"/>
          </a:xfrm>
          <a:prstGeom prst="rect">
            <a:avLst/>
          </a:prstGeom>
          <a:noFill/>
          <a:ln>
            <a:noFill/>
          </a:ln>
        </p:spPr>
      </p:pic>
      <p:sp>
        <p:nvSpPr>
          <p:cNvPr id="184" name="Google Shape;184;p38"/>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8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85" name="Google Shape;185;p38"/>
          <p:cNvSpPr txBox="1">
            <a:spLocks noGrp="1"/>
          </p:cNvSpPr>
          <p:nvPr>
            <p:ph type="title"/>
          </p:nvPr>
        </p:nvSpPr>
        <p:spPr>
          <a:xfrm>
            <a:off x="587225" y="607050"/>
            <a:ext cx="4821600" cy="277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er, subheader, text">
  <p:cSld name="Header, subheader, text">
    <p:spTree>
      <p:nvGrpSpPr>
        <p:cNvPr id="1" name="Shape 186"/>
        <p:cNvGrpSpPr/>
        <p:nvPr/>
      </p:nvGrpSpPr>
      <p:grpSpPr>
        <a:xfrm>
          <a:off x="0" y="0"/>
          <a:ext cx="0" cy="0"/>
          <a:chOff x="0" y="0"/>
          <a:chExt cx="0" cy="0"/>
        </a:xfrm>
      </p:grpSpPr>
      <p:sp>
        <p:nvSpPr>
          <p:cNvPr id="187" name="Google Shape;187;p39"/>
          <p:cNvSpPr txBox="1">
            <a:spLocks noGrp="1"/>
          </p:cNvSpPr>
          <p:nvPr>
            <p:ph type="body" idx="1"/>
          </p:nvPr>
        </p:nvSpPr>
        <p:spPr>
          <a:xfrm>
            <a:off x="540000" y="1080000"/>
            <a:ext cx="80640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88" name="Google Shape;188;p39"/>
          <p:cNvSpPr txBox="1">
            <a:spLocks noGrp="1"/>
          </p:cNvSpPr>
          <p:nvPr>
            <p:ph type="title"/>
          </p:nvPr>
        </p:nvSpPr>
        <p:spPr>
          <a:xfrm>
            <a:off x="540000" y="360000"/>
            <a:ext cx="8064000" cy="288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89" name="Google Shape;189;p39"/>
          <p:cNvSpPr txBox="1">
            <a:spLocks noGrp="1"/>
          </p:cNvSpPr>
          <p:nvPr>
            <p:ph type="subTitle" idx="2"/>
          </p:nvPr>
        </p:nvSpPr>
        <p:spPr>
          <a:xfrm>
            <a:off x="540000" y="648125"/>
            <a:ext cx="8064000" cy="252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10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emplate - keep it empty 1">
  <p:cSld name="Blank template - keep it empty 1">
    <p:spTree>
      <p:nvGrpSpPr>
        <p:cNvPr id="1" name="Shape 97"/>
        <p:cNvGrpSpPr/>
        <p:nvPr/>
      </p:nvGrpSpPr>
      <p:grpSpPr>
        <a:xfrm>
          <a:off x="0" y="0"/>
          <a:ext cx="0" cy="0"/>
          <a:chOff x="0" y="0"/>
          <a:chExt cx="0" cy="0"/>
        </a:xfrm>
      </p:grpSpPr>
      <p:pic>
        <p:nvPicPr>
          <p:cNvPr id="98" name="Google Shape;98;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47794" y="4853118"/>
            <a:ext cx="229569" cy="229787"/>
          </a:xfrm>
          <a:prstGeom prst="rect">
            <a:avLst/>
          </a:prstGeom>
          <a:noFill/>
          <a:ln>
            <a:noFill/>
          </a:ln>
        </p:spPr>
      </p:pic>
    </p:spTree>
    <p:extLst>
      <p:ext uri="{BB962C8B-B14F-4D97-AF65-F5344CB8AC3E}">
        <p14:creationId xmlns:p14="http://schemas.microsoft.com/office/powerpoint/2010/main" val="1803122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marR="0" lvl="0" algn="l" rtl="0">
              <a:lnSpc>
                <a:spcPct val="100000"/>
              </a:lnSpc>
              <a:spcBef>
                <a:spcPts val="0"/>
              </a:spcBef>
              <a:spcAft>
                <a:spcPts val="0"/>
              </a:spcAft>
              <a:buClr>
                <a:srgbClr val="000000"/>
              </a:buClr>
              <a:buSzPts val="1100"/>
              <a:buFont typeface="Montserrat Medium"/>
              <a:buNone/>
              <a:defRPr sz="1100" b="0" i="0" u="none" strike="noStrike" cap="none">
                <a:solidFill>
                  <a:srgbClr val="000000"/>
                </a:solidFill>
                <a:latin typeface="Montserrat Medium"/>
                <a:ea typeface="Montserrat Medium"/>
                <a:cs typeface="Montserrat Medium"/>
                <a:sym typeface="Montserrat Medium"/>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706450" y="1262075"/>
            <a:ext cx="4556100" cy="2008500"/>
          </a:xfrm>
          <a:prstGeom prst="rect">
            <a:avLst/>
          </a:prstGeom>
          <a:noFill/>
          <a:ln>
            <a:noFill/>
          </a:ln>
        </p:spPr>
        <p:txBody>
          <a:bodyPr spcFirstLastPara="1" wrap="square" lIns="68600" tIns="68600" rIns="68600" bIns="68600" anchor="t" anchorCtr="0">
            <a:noAutofit/>
          </a:bodyPr>
          <a:lstStyle>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 id="2147483680" r:id="rId13"/>
    <p:sldLayoutId id="2147483681" r:id="rId14"/>
    <p:sldLayoutId id="2147483682" r:id="rId15"/>
    <p:sldLayoutId id="2147483683" r:id="rId16"/>
    <p:sldLayoutId id="2147483684" r:id="rId17"/>
    <p:sldLayoutId id="2147483720"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gif"/><Relationship Id="rId6" Type="http://schemas.openxmlformats.org/officeDocument/2006/relationships/image" Target="../media/image10.jpeg"/><Relationship Id="rId7"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gif"/><Relationship Id="rId5" Type="http://schemas.openxmlformats.org/officeDocument/2006/relationships/image" Target="../media/image10.jpe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14D968AC-0D9E-6E5B-5690-27A800760D02}"/>
            </a:ext>
          </a:extLst>
        </p:cNvPr>
        <p:cNvGrpSpPr/>
        <p:nvPr/>
      </p:nvGrpSpPr>
      <p:grpSpPr>
        <a:xfrm>
          <a:off x="0" y="0"/>
          <a:ext cx="0" cy="0"/>
          <a:chOff x="0" y="0"/>
          <a:chExt cx="0" cy="0"/>
        </a:xfrm>
      </p:grpSpPr>
      <p:sp>
        <p:nvSpPr>
          <p:cNvPr id="868" name="Google Shape;868;p91">
            <a:extLst>
              <a:ext uri="{FF2B5EF4-FFF2-40B4-BE49-F238E27FC236}">
                <a16:creationId xmlns:a16="http://schemas.microsoft.com/office/drawing/2014/main" id="{A24817D9-8F3A-4404-9889-2287793E4BF1}"/>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869" name="Google Shape;869;p91">
            <a:extLst>
              <a:ext uri="{FF2B5EF4-FFF2-40B4-BE49-F238E27FC236}">
                <a16:creationId xmlns:a16="http://schemas.microsoft.com/office/drawing/2014/main" id="{0DC2ECCA-800A-BD4F-4BA2-58740FDCD1EE}"/>
              </a:ext>
            </a:extLst>
          </p:cNvPr>
          <p:cNvSpPr txBox="1">
            <a:spLocks noGrp="1"/>
          </p:cNvSpPr>
          <p:nvPr>
            <p:ph type="subTitle" idx="4294967295"/>
          </p:nvPr>
        </p:nvSpPr>
        <p:spPr>
          <a:xfrm>
            <a:off x="1613874" y="154850"/>
            <a:ext cx="2003530" cy="276900"/>
          </a:xfrm>
          <a:prstGeom prst="rect">
            <a:avLst/>
          </a:prstGeom>
          <a:noFill/>
          <a:ln>
            <a:noFill/>
          </a:ln>
        </p:spPr>
        <p:txBody>
          <a:bodyPr spcFirstLastPara="1" wrap="square" lIns="0" tIns="0" rIns="0" bIns="0" anchor="ctr" anchorCtr="0">
            <a:noAutofit/>
          </a:bodyPr>
          <a:lstStyle/>
          <a:p>
            <a:pPr marL="0" indent="0">
              <a:buClr>
                <a:schemeClr val="dk2"/>
              </a:buClr>
              <a:buSzPts val="1200"/>
              <a:buNone/>
            </a:pPr>
            <a:r>
              <a:rPr lang="en-GB" sz="1200" b="1" dirty="0">
                <a:solidFill>
                  <a:schemeClr val="lt2"/>
                </a:solidFill>
              </a:rPr>
              <a:t>Ahmed Amine Ben Souayeh</a:t>
            </a:r>
            <a:endParaRPr sz="1200" b="1" dirty="0">
              <a:solidFill>
                <a:schemeClr val="lt2"/>
              </a:solidFill>
            </a:endParaRPr>
          </a:p>
        </p:txBody>
      </p:sp>
      <p:sp>
        <p:nvSpPr>
          <p:cNvPr id="870" name="Google Shape;870;p91">
            <a:extLst>
              <a:ext uri="{FF2B5EF4-FFF2-40B4-BE49-F238E27FC236}">
                <a16:creationId xmlns:a16="http://schemas.microsoft.com/office/drawing/2014/main" id="{2276CE7D-5B4D-6045-E0EB-C3AC08E9201F}"/>
              </a:ext>
            </a:extLst>
          </p:cNvPr>
          <p:cNvSpPr txBox="1"/>
          <p:nvPr/>
        </p:nvSpPr>
        <p:spPr>
          <a:xfrm>
            <a:off x="3615992" y="66731"/>
            <a:ext cx="5357100" cy="999008"/>
          </a:xfrm>
          <a:prstGeom prst="rect">
            <a:avLst/>
          </a:prstGeom>
          <a:noFill/>
          <a:ln>
            <a:noFill/>
          </a:ln>
        </p:spPr>
        <p:txBody>
          <a:bodyPr spcFirstLastPara="1" wrap="square" lIns="91425" tIns="91425" rIns="91425" bIns="91425" anchor="t" anchorCtr="0">
            <a:noAutofit/>
          </a:bodyPr>
          <a:lstStyle/>
          <a:p>
            <a:pPr marL="63499" algn="just" defTabSz="914378">
              <a:buSzPts val="600"/>
            </a:pPr>
            <a:r>
              <a:rPr lang="fr-FR" sz="800" dirty="0">
                <a:latin typeface="Montserrat"/>
              </a:rPr>
              <a:t>SUMMARY:
Senior Consultant and Auditor with over 15 years of experience. Security Project Manager and consultant to CISO teams at major corporations with expertise in penetration testing, IT risk management, and security leadership.</a:t>
            </a:r>
            <a:endParaRPr sz="800" dirty="0">
              <a:solidFill>
                <a:srgbClr val="595959"/>
              </a:solidFill>
              <a:latin typeface="Montserrat"/>
              <a:ea typeface="Montserrat"/>
              <a:cs typeface="Montserrat"/>
              <a:sym typeface="Montserrat"/>
            </a:endParaRPr>
          </a:p>
        </p:txBody>
      </p:sp>
      <p:cxnSp>
        <p:nvCxnSpPr>
          <p:cNvPr id="871" name="Google Shape;871;p91">
            <a:extLst>
              <a:ext uri="{FF2B5EF4-FFF2-40B4-BE49-F238E27FC236}">
                <a16:creationId xmlns:a16="http://schemas.microsoft.com/office/drawing/2014/main" id="{5D2FDB83-471C-D5F8-971A-72D4B1D6A61C}"/>
              </a:ext>
            </a:extLst>
          </p:cNvPr>
          <p:cNvCxnSpPr/>
          <p:nvPr/>
        </p:nvCxnSpPr>
        <p:spPr>
          <a:xfrm>
            <a:off x="3616697" y="154850"/>
            <a:ext cx="0" cy="686700"/>
          </a:xfrm>
          <a:prstGeom prst="straightConnector1">
            <a:avLst/>
          </a:prstGeom>
          <a:noFill/>
          <a:ln w="19050" cap="flat" cmpd="sng">
            <a:solidFill>
              <a:schemeClr val="lt2"/>
            </a:solidFill>
            <a:prstDash val="solid"/>
            <a:round/>
            <a:headEnd type="none" w="sm" len="sm"/>
            <a:tailEnd type="none" w="sm" len="sm"/>
          </a:ln>
        </p:spPr>
      </p:cxnSp>
      <p:sp>
        <p:nvSpPr>
          <p:cNvPr id="872" name="Google Shape;872;p91">
            <a:extLst>
              <a:ext uri="{FF2B5EF4-FFF2-40B4-BE49-F238E27FC236}">
                <a16:creationId xmlns:a16="http://schemas.microsoft.com/office/drawing/2014/main" id="{B5A7B248-FF6E-6D0B-A4E7-8D5861EBD330}"/>
              </a:ext>
            </a:extLst>
          </p:cNvPr>
          <p:cNvSpPr/>
          <p:nvPr/>
        </p:nvSpPr>
        <p:spPr>
          <a:xfrm>
            <a:off x="1613875" y="860450"/>
            <a:ext cx="1648500" cy="290700"/>
          </a:xfrm>
          <a:prstGeom prst="roundRect">
            <a:avLst>
              <a:gd name="adj" fmla="val 16667"/>
            </a:avLst>
          </a:prstGeom>
          <a:solidFill>
            <a:schemeClr val="lt1"/>
          </a:solidFill>
          <a:ln>
            <a:noFill/>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lgn="ctr" defTabSz="914378"/>
            <a:r>
              <a:rPr lang="en-GB" sz="900" b="1" dirty="0">
                <a:solidFill>
                  <a:srgbClr val="EB475E"/>
                </a:solidFill>
                <a:latin typeface="Montserrat"/>
                <a:ea typeface="Montserrat"/>
                <a:cs typeface="Montserrat"/>
                <a:sym typeface="Montserrat"/>
              </a:rPr>
              <a:t>15 years of experience</a:t>
            </a:r>
            <a:endParaRPr dirty="0">
              <a:latin typeface="Montserrat"/>
              <a:ea typeface="Montserrat"/>
              <a:cs typeface="Montserrat"/>
              <a:sym typeface="Montserrat"/>
            </a:endParaRPr>
          </a:p>
        </p:txBody>
      </p:sp>
      <p:sp>
        <p:nvSpPr>
          <p:cNvPr id="874" name="Google Shape;874;p91">
            <a:extLst>
              <a:ext uri="{FF2B5EF4-FFF2-40B4-BE49-F238E27FC236}">
                <a16:creationId xmlns:a16="http://schemas.microsoft.com/office/drawing/2014/main" id="{92BA0080-689C-BD8B-439C-BAC02A57C612}"/>
              </a:ext>
            </a:extLst>
          </p:cNvPr>
          <p:cNvSpPr txBox="1"/>
          <p:nvPr/>
        </p:nvSpPr>
        <p:spPr>
          <a:xfrm>
            <a:off x="131077" y="2140702"/>
            <a:ext cx="7909539" cy="151117"/>
          </a:xfrm>
          <a:prstGeom prst="rect">
            <a:avLst/>
          </a:prstGeom>
          <a:noFill/>
          <a:ln>
            <a:noFill/>
          </a:ln>
        </p:spPr>
        <p:txBody>
          <a:bodyPr spcFirstLastPara="1" wrap="square" lIns="90000" tIns="0" rIns="0" bIns="0" anchor="ctr" anchorCtr="0">
            <a:noAutofit/>
          </a:bodyPr>
          <a:lstStyle/>
          <a:p>
            <a:pPr defTabSz="914378"/>
            <a:r>
              <a:rPr lang="en-GB" sz="900" dirty="0">
                <a:solidFill>
                  <a:srgbClr val="F8485E"/>
                </a:solidFill>
                <a:latin typeface="Montserrat SemiBold"/>
                <a:ea typeface="Montserrat SemiBold"/>
                <a:cs typeface="Montserrat SemiBold"/>
                <a:sym typeface="Montserrat SemiBold"/>
              </a:rPr>
              <a:t>Formation </a:t>
            </a:r>
            <a:endParaRPr sz="900" dirty="0">
              <a:solidFill>
                <a:srgbClr val="F8485E"/>
              </a:solidFill>
              <a:latin typeface="Montserrat SemiBold"/>
              <a:ea typeface="Montserrat SemiBold"/>
              <a:cs typeface="Montserrat SemiBold"/>
              <a:sym typeface="Montserrat SemiBold"/>
            </a:endParaRPr>
          </a:p>
        </p:txBody>
      </p:sp>
      <p:sp>
        <p:nvSpPr>
          <p:cNvPr id="877" name="Google Shape;877;p91">
            <a:extLst>
              <a:ext uri="{FF2B5EF4-FFF2-40B4-BE49-F238E27FC236}">
                <a16:creationId xmlns:a16="http://schemas.microsoft.com/office/drawing/2014/main" id="{8F57F1C4-1203-3ECB-B40D-FB8546B243DC}"/>
              </a:ext>
            </a:extLst>
          </p:cNvPr>
          <p:cNvSpPr txBox="1">
            <a:spLocks noGrp="1"/>
          </p:cNvSpPr>
          <p:nvPr>
            <p:ph type="subTitle" idx="4294967295"/>
          </p:nvPr>
        </p:nvSpPr>
        <p:spPr>
          <a:xfrm>
            <a:off x="1613875" y="444175"/>
            <a:ext cx="1747800" cy="360300"/>
          </a:xfrm>
          <a:prstGeom prst="rect">
            <a:avLst/>
          </a:prstGeom>
          <a:noFill/>
          <a:ln>
            <a:noFill/>
          </a:ln>
        </p:spPr>
        <p:txBody>
          <a:bodyPr spcFirstLastPara="1" wrap="square" lIns="0" tIns="0" rIns="0" bIns="0" anchor="ctr" anchorCtr="0">
            <a:noAutofit/>
          </a:bodyPr>
          <a:lstStyle/>
          <a:p>
            <a:pPr marL="0" indent="0">
              <a:spcAft>
                <a:spcPts val="1200"/>
              </a:spcAft>
              <a:buClr>
                <a:schemeClr val="dk1"/>
              </a:buClr>
              <a:buSzPts val="800"/>
              <a:buNone/>
            </a:pPr>
            <a:r>
              <a:rPr lang="en-GB" sz="900" b="1" dirty="0">
                <a:solidFill>
                  <a:schemeClr val="dk1"/>
                </a:solidFill>
              </a:rPr>
              <a:t/>
            </a:r>
            <a:endParaRPr sz="900" b="1" dirty="0">
              <a:solidFill>
                <a:schemeClr val="dk1"/>
              </a:solidFill>
            </a:endParaRPr>
          </a:p>
        </p:txBody>
      </p:sp>
      <p:cxnSp>
        <p:nvCxnSpPr>
          <p:cNvPr id="878" name="Google Shape;878;p91">
            <a:extLst>
              <a:ext uri="{FF2B5EF4-FFF2-40B4-BE49-F238E27FC236}">
                <a16:creationId xmlns:a16="http://schemas.microsoft.com/office/drawing/2014/main" id="{BF457A0F-436C-C492-EB9D-B3920614B8DF}"/>
              </a:ext>
            </a:extLst>
          </p:cNvPr>
          <p:cNvCxnSpPr/>
          <p:nvPr/>
        </p:nvCxnSpPr>
        <p:spPr>
          <a:xfrm>
            <a:off x="-5911630" y="4639531"/>
            <a:ext cx="0" cy="350700"/>
          </a:xfrm>
          <a:prstGeom prst="straightConnector1">
            <a:avLst/>
          </a:prstGeom>
          <a:noFill/>
          <a:ln w="9525" cap="flat" cmpd="sng">
            <a:solidFill>
              <a:schemeClr val="lt2"/>
            </a:solidFill>
            <a:prstDash val="solid"/>
            <a:round/>
            <a:headEnd type="none" w="sm" len="sm"/>
            <a:tailEnd type="none" w="sm" len="sm"/>
          </a:ln>
        </p:spPr>
      </p:cxnSp>
      <p:sp>
        <p:nvSpPr>
          <p:cNvPr id="879" name="Google Shape;879;p91">
            <a:extLst>
              <a:ext uri="{FF2B5EF4-FFF2-40B4-BE49-F238E27FC236}">
                <a16:creationId xmlns:a16="http://schemas.microsoft.com/office/drawing/2014/main" id="{09BFD0FF-EF97-423E-7ED3-074E5139A1E0}"/>
              </a:ext>
            </a:extLst>
          </p:cNvPr>
          <p:cNvSpPr txBox="1"/>
          <p:nvPr/>
        </p:nvSpPr>
        <p:spPr>
          <a:xfrm>
            <a:off x="131076" y="2327844"/>
            <a:ext cx="3978000" cy="186118"/>
          </a:xfrm>
          <a:prstGeom prst="rect">
            <a:avLst/>
          </a:prstGeom>
          <a:noFill/>
          <a:ln>
            <a:noFill/>
          </a:ln>
        </p:spPr>
        <p:txBody>
          <a:bodyPr spcFirstLastPara="1" wrap="square" lIns="91425" tIns="0" rIns="91425" bIns="91425" anchor="t" anchorCtr="0">
            <a:noAutofit/>
          </a:bodyPr>
          <a:lstStyle/>
          <a:p>
            <a:pPr algn="just" defTabSz="914378"/>
            <a:r>
              <a:rPr sz="750"/>
              <a:t>Master’s Degree - Telecommunications</a:t>
            </a:r>
          </a:p>
          <a:p>
            <a:r>
              <a:rPr sz="750"/>
              <a:t>National Engineering Degree - Computer Networks and Telecommunications</a:t>
            </a:r>
          </a:p>
        </p:txBody>
      </p:sp>
      <p:sp>
        <p:nvSpPr>
          <p:cNvPr id="881" name="Google Shape;881;p91">
            <a:extLst>
              <a:ext uri="{FF2B5EF4-FFF2-40B4-BE49-F238E27FC236}">
                <a16:creationId xmlns:a16="http://schemas.microsoft.com/office/drawing/2014/main" id="{7246D18B-D38D-D65C-14FD-C441A59F911E}"/>
              </a:ext>
            </a:extLst>
          </p:cNvPr>
          <p:cNvSpPr txBox="1"/>
          <p:nvPr/>
        </p:nvSpPr>
        <p:spPr>
          <a:xfrm>
            <a:off x="77051" y="1435442"/>
            <a:ext cx="4153168" cy="1571595"/>
          </a:xfrm>
          <a:prstGeom prst="rect">
            <a:avLst/>
          </a:prstGeom>
          <a:noFill/>
          <a:ln>
            <a:noFill/>
          </a:ln>
        </p:spPr>
        <p:txBody>
          <a:bodyPr spcFirstLastPara="1" wrap="square" lIns="90000" tIns="0" rIns="0" bIns="0" anchor="t" anchorCtr="0">
            <a:noAutofit/>
          </a:bodyPr>
          <a:lstStyle/>
          <a:p>
            <a:pPr marL="177796" indent="-114297" algn="just" defTabSz="914378">
              <a:buSzPts val="600"/>
              <a:buFont typeface="Montserrat"/>
              <a:buChar char="●"/>
            </a:pPr>
            <a:r>
              <a:rPr sz="800"/>
              <a:t>Network (Cisco)  •  Vulnerability scan  •  SIEM  •  Linux  •  Web testing  •  CVSS scoring  •  Business Continuity Planning  •  IEC 27005 EBIOS  •  COBIT  •  Configuration audits  •  ISMS  •  ITIL  •  ISO 27005  •  Squid  •  PCI/DSS  •  ISO 27001  •  Application testing  •  Hardening  •  ISO 22301  •  Platform Securing  •  Infrastructure Security  •  Antivirus  •  OWASP  •  Risk Management  •  Kerberos  •  Ntop  •  IAM (RSA)  •  CIS Benchmarks  •  Red Hat  •  Penetration Testing  •  Active Directory  •  ISO 27002  •  Nagios  •  OpenLDAP  •  Crisis Management  •  Firewall  •  Solaris  •  BCP/DRP  •  Samba  •  Network testing  •  BIA  •  Audit</a:t>
            </a:r>
          </a:p>
        </p:txBody>
      </p:sp>
      <p:sp>
        <p:nvSpPr>
          <p:cNvPr id="882" name="Google Shape;882;p91">
            <a:extLst>
              <a:ext uri="{FF2B5EF4-FFF2-40B4-BE49-F238E27FC236}">
                <a16:creationId xmlns:a16="http://schemas.microsoft.com/office/drawing/2014/main" id="{B0E0FB76-1CAC-5F96-CCA8-56998512189B}"/>
              </a:ext>
            </a:extLst>
          </p:cNvPr>
          <p:cNvSpPr txBox="1"/>
          <p:nvPr/>
        </p:nvSpPr>
        <p:spPr>
          <a:xfrm>
            <a:off x="4636180" y="1607667"/>
            <a:ext cx="3972821" cy="775933"/>
          </a:xfrm>
          <a:prstGeom prst="rect">
            <a:avLst/>
          </a:prstGeom>
          <a:noFill/>
          <a:ln>
            <a:noFill/>
          </a:ln>
        </p:spPr>
        <p:txBody>
          <a:bodyPr spcFirstLastPara="1" wrap="square" lIns="90000" tIns="0" rIns="0" bIns="0" anchor="t" anchorCtr="0">
            <a:noAutofit/>
          </a:bodyPr>
          <a:lstStyle/>
          <a:p>
            <a:r>
              <a:rPr b="1" sz="800"/>
              <a:t>Quanthouse</a:t>
            </a:r>
            <a:endParaRPr lang="fr-FR" sz="825" b="1" dirty="0"/>
          </a:p>
          <a:p>
            <a:pPr marL="128588" indent="-128588">
              <a:buFont typeface="Arial"/>
              <a:buChar char="•"/>
            </a:pPr>
            <a:r>
              <a:rPr sz="800"/>
              <a:t>Gray-box audit of a trading platform</a:t>
            </a:r>
          </a:p>
        </p:txBody>
      </p:sp>
      <p:sp>
        <p:nvSpPr>
          <p:cNvPr id="883" name="Google Shape;883;p91">
            <a:extLst>
              <a:ext uri="{FF2B5EF4-FFF2-40B4-BE49-F238E27FC236}">
                <a16:creationId xmlns:a16="http://schemas.microsoft.com/office/drawing/2014/main" id="{2FDA7F64-76DE-6428-007B-88330B99488D}"/>
              </a:ext>
            </a:extLst>
          </p:cNvPr>
          <p:cNvSpPr txBox="1"/>
          <p:nvPr/>
        </p:nvSpPr>
        <p:spPr>
          <a:xfrm>
            <a:off x="134011" y="1188802"/>
            <a:ext cx="3851466" cy="217382"/>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Compétences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5" name="Google Shape;885;p91">
            <a:extLst>
              <a:ext uri="{FF2B5EF4-FFF2-40B4-BE49-F238E27FC236}">
                <a16:creationId xmlns:a16="http://schemas.microsoft.com/office/drawing/2014/main" id="{6D45ECEE-73FB-7E87-2AC2-B5229EF62197}"/>
              </a:ext>
            </a:extLst>
          </p:cNvPr>
          <p:cNvSpPr txBox="1"/>
          <p:nvPr/>
        </p:nvSpPr>
        <p:spPr>
          <a:xfrm>
            <a:off x="134011" y="2570363"/>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7" name="Google Shape;887;p91">
            <a:extLst>
              <a:ext uri="{FF2B5EF4-FFF2-40B4-BE49-F238E27FC236}">
                <a16:creationId xmlns:a16="http://schemas.microsoft.com/office/drawing/2014/main" id="{F05C4E19-F979-09C7-8840-72F2C08EB011}"/>
              </a:ext>
            </a:extLst>
          </p:cNvPr>
          <p:cNvSpPr txBox="1"/>
          <p:nvPr/>
        </p:nvSpPr>
        <p:spPr>
          <a:xfrm>
            <a:off x="110444" y="2812058"/>
            <a:ext cx="4200769"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ANSI (National Cybersecurity Agency)</a:t>
            </a:r>
          </a:p>
          <a:p>
            <a:pPr marL="128588" indent="-128588">
              <a:buFont typeface="Arial"/>
              <a:buChar char="•"/>
            </a:pPr>
            <a:r>
              <a:rPr sz="800"/>
              <a:t>Implementation of security solutions based on open-source products</a:t>
            </a:r>
          </a:p>
          <a:p>
            <a:pPr marL="128588" indent="-128588">
              <a:buFont typeface="Arial"/>
              <a:buChar char="•"/>
            </a:pPr>
            <a:r>
              <a:rPr sz="800"/>
              <a:t>Implementation of a security monitoring system for TunCERT based on open-source tools</a:t>
            </a:r>
          </a:p>
          <a:p>
            <a:pPr marL="128588" indent="-128588">
              <a:buFont typeface="Arial"/>
              <a:buChar char="•"/>
            </a:pPr>
            <a:r>
              <a:rPr sz="800"/>
              <a:t>Drafting of monitoring procedures on behalf of ANSI</a:t>
            </a:r>
          </a:p>
          <a:p>
            <a:pPr marL="128588" indent="-128588">
              <a:buFont typeface="Arial"/>
              <a:buChar char="•"/>
            </a:pPr>
            <a:r>
              <a:rPr sz="800"/>
              <a:t>Participated in the implementation of several network architectures for public agencies based on open-source solutions (OpenLDAP, Nagios, Ntop, Squid, etc.)</a:t>
            </a:r>
          </a:p>
          <a:p>
            <a:pPr marL="128588" indent="-128588">
              <a:buFont typeface="Arial"/>
              <a:buChar char="•"/>
            </a:pPr>
            <a:r>
              <a:rPr sz="800"/>
              <a:t>Conducted penetration testing on several environments of high national criticality</a:t>
            </a:r>
          </a:p>
        </p:txBody>
      </p:sp>
      <p:pic>
        <p:nvPicPr>
          <p:cNvPr id="9" name="Picture 8" descr="BNP Paribas APM | Secure Bank Transfers via BNP Paribas (Poland) | Nuvei">
            <a:extLst>
              <a:ext uri="{FF2B5EF4-FFF2-40B4-BE49-F238E27FC236}">
                <a16:creationId xmlns:a16="http://schemas.microsoft.com/office/drawing/2014/main" id="{31D844EB-1213-51E4-168A-C35FE5FAC789}"/>
              </a:ext>
            </a:extLst>
          </p:cNvPr>
          <p:cNvPicPr>
            <a:picLocks noChangeAspect="1"/>
          </p:cNvPicPr>
          <p:nvPr/>
        </p:nvPicPr>
        <p:blipFill>
          <a:blip r:embed="rId4"/>
          <a:srcRect l="8215" t="18070" r="9473" b="17869"/>
          <a:stretch>
            <a:fillRect/>
          </a:stretch>
        </p:blipFill>
        <p:spPr>
          <a:xfrm>
            <a:off x="5397451" y="1131194"/>
            <a:ext cx="956167" cy="464925"/>
          </a:xfrm>
          <a:prstGeom prst="rect">
            <a:avLst/>
          </a:prstGeom>
        </p:spPr>
      </p:pic>
      <p:pic>
        <p:nvPicPr>
          <p:cNvPr id="11" name="Google Shape;899;p91">
            <a:extLst>
              <a:ext uri="{FF2B5EF4-FFF2-40B4-BE49-F238E27FC236}">
                <a16:creationId xmlns:a16="http://schemas.microsoft.com/office/drawing/2014/main" id="{5C09DBA2-1B50-1880-19A2-A132262DC376}"/>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13" name="Picture 12" descr="BMCI Groupe BNP Paribas">
            <a:extLst>
              <a:ext uri="{FF2B5EF4-FFF2-40B4-BE49-F238E27FC236}">
                <a16:creationId xmlns:a16="http://schemas.microsoft.com/office/drawing/2014/main" id="{3AC2A943-C18C-CDED-2A1D-86F5378644D2}"/>
              </a:ext>
            </a:extLst>
          </p:cNvPr>
          <p:cNvPicPr>
            <a:picLocks noChangeAspect="1"/>
          </p:cNvPicPr>
          <p:nvPr/>
        </p:nvPicPr>
        <p:blipFill>
          <a:blip r:embed="rId6"/>
          <a:srcRect t="24731" b="19549"/>
          <a:stretch>
            <a:fillRect/>
          </a:stretch>
        </p:blipFill>
        <p:spPr>
          <a:xfrm>
            <a:off x="6523865" y="1065467"/>
            <a:ext cx="1108647" cy="617743"/>
          </a:xfrm>
          <a:prstGeom prst="rect">
            <a:avLst/>
          </a:prstGeom>
        </p:spPr>
      </p:pic>
      <p:pic>
        <p:nvPicPr>
          <p:cNvPr id="15" name="Picture 14" descr="UBCI | Nous connaitre">
            <a:extLst>
              <a:ext uri="{FF2B5EF4-FFF2-40B4-BE49-F238E27FC236}">
                <a16:creationId xmlns:a16="http://schemas.microsoft.com/office/drawing/2014/main" id="{BE5555BB-11F5-F0E8-34B2-7C2C920BB064}"/>
              </a:ext>
            </a:extLst>
          </p:cNvPr>
          <p:cNvPicPr>
            <a:picLocks noChangeAspect="1"/>
          </p:cNvPicPr>
          <p:nvPr/>
        </p:nvPicPr>
        <p:blipFill>
          <a:blip r:embed="rId7"/>
          <a:stretch>
            <a:fillRect/>
          </a:stretch>
        </p:blipFill>
        <p:spPr>
          <a:xfrm>
            <a:off x="7900400" y="1249398"/>
            <a:ext cx="929493" cy="279603"/>
          </a:xfrm>
          <a:prstGeom prst="rect">
            <a:avLst/>
          </a:prstGeom>
        </p:spPr>
      </p:pic>
    </p:spTree>
    <p:extLst>
      <p:ext uri="{BB962C8B-B14F-4D97-AF65-F5344CB8AC3E}">
        <p14:creationId xmlns:p14="http://schemas.microsoft.com/office/powerpoint/2010/main" val="3055599618"/>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87;p91">
            <a:extLst>
              <a:ext uri="{FF2B5EF4-FFF2-40B4-BE49-F238E27FC236}">
                <a16:creationId xmlns:a16="http://schemas.microsoft.com/office/drawing/2014/main" id="{75E7FD45-5803-00D2-219B-FF2A18F0FF14}"/>
              </a:ext>
            </a:extLst>
          </p:cNvPr>
          <p:cNvSpPr txBox="1"/>
          <p:nvPr/>
        </p:nvSpPr>
        <p:spPr>
          <a:xfrm>
            <a:off x="238561" y="1946438"/>
            <a:ext cx="3936530"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Bouyer le Roux</a:t>
            </a:r>
          </a:p>
          <a:p>
            <a:pPr marL="128588" indent="-128588">
              <a:buFont typeface="Arial"/>
              <a:buChar char="•"/>
            </a:pPr>
            <a:r>
              <a:rPr sz="800"/>
              <a:t>Penetration testing</a:t>
            </a:r>
          </a:p>
        </p:txBody>
      </p:sp>
      <p:sp>
        <p:nvSpPr>
          <p:cNvPr id="5" name="ZoneTexte 4">
            <a:extLst>
              <a:ext uri="{FF2B5EF4-FFF2-40B4-BE49-F238E27FC236}">
                <a16:creationId xmlns:a16="http://schemas.microsoft.com/office/drawing/2014/main" id="{D856CE3F-5B02-8F7E-C625-6F3B45A47E98}"/>
              </a:ext>
            </a:extLst>
          </p:cNvPr>
          <p:cNvSpPr txBox="1"/>
          <p:nvPr/>
        </p:nvSpPr>
        <p:spPr>
          <a:xfrm>
            <a:off x="4386106" y="1946438"/>
            <a:ext cx="4572627" cy="1446550"/>
          </a:xfrm>
          <a:prstGeom prst="rect">
            <a:avLst/>
          </a:prstGeom>
          <a:noFill/>
        </p:spPr>
        <p:txBody>
          <a:bodyPr wrap="square">
            <a:spAutoFit/>
          </a:bodyPr>
          <a:lstStyle/>
          <a:p>
            <a:pPr marL="63499" algn="just" defTabSz="914378">
              <a:buSzPts val="600"/>
            </a:pPr>
          </a:p>
        </p:txBody>
      </p:sp>
      <p:sp>
        <p:nvSpPr>
          <p:cNvPr id="10" name="Google Shape;868;p91">
            <a:extLst>
              <a:ext uri="{FF2B5EF4-FFF2-40B4-BE49-F238E27FC236}">
                <a16:creationId xmlns:a16="http://schemas.microsoft.com/office/drawing/2014/main" id="{5EE19B54-28D4-913F-4DE6-32AFED007C46}"/>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11" name="Google Shape;869;p91">
            <a:extLst>
              <a:ext uri="{FF2B5EF4-FFF2-40B4-BE49-F238E27FC236}">
                <a16:creationId xmlns:a16="http://schemas.microsoft.com/office/drawing/2014/main" id="{1D2C9E3B-6CFA-9A6C-2438-DCFDAEFBACD8}"/>
              </a:ext>
            </a:extLst>
          </p:cNvPr>
          <p:cNvSpPr txBox="1">
            <a:spLocks/>
          </p:cNvSpPr>
          <p:nvPr/>
        </p:nvSpPr>
        <p:spPr>
          <a:xfrm>
            <a:off x="1613874" y="154850"/>
            <a:ext cx="2003530" cy="276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buClr>
                <a:schemeClr val="dk2"/>
              </a:buClr>
              <a:buSzPts val="1200"/>
              <a:buFont typeface="Montserrat"/>
              <a:buNone/>
            </a:pPr>
            <a:r>
              <a:rPr lang="en-GB" sz="1200" b="1">
                <a:solidFill>
                  <a:schemeClr val="lt2"/>
                </a:solidFill>
              </a:rPr>
              <a:t>Ahmed Amine Ben Souayeh</a:t>
            </a:r>
            <a:endParaRPr lang="en-GB" sz="1200" b="1" dirty="0">
              <a:solidFill>
                <a:schemeClr val="lt2"/>
              </a:solidFill>
            </a:endParaRPr>
          </a:p>
        </p:txBody>
      </p:sp>
      <p:sp>
        <p:nvSpPr>
          <p:cNvPr id="15" name="Google Shape;877;p91">
            <a:extLst>
              <a:ext uri="{FF2B5EF4-FFF2-40B4-BE49-F238E27FC236}">
                <a16:creationId xmlns:a16="http://schemas.microsoft.com/office/drawing/2014/main" id="{46B8542A-36C5-3E7D-9D43-8569E6C1B522}"/>
              </a:ext>
            </a:extLst>
          </p:cNvPr>
          <p:cNvSpPr txBox="1">
            <a:spLocks/>
          </p:cNvSpPr>
          <p:nvPr/>
        </p:nvSpPr>
        <p:spPr>
          <a:xfrm>
            <a:off x="1613875" y="444175"/>
            <a:ext cx="1747800" cy="3603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spcAft>
                <a:spcPts val="1200"/>
              </a:spcAft>
              <a:buClr>
                <a:schemeClr val="dk1"/>
              </a:buClr>
              <a:buSzPts val="800"/>
              <a:buFont typeface="Montserrat"/>
              <a:buNone/>
            </a:pPr>
            <a:r>
              <a:rPr lang="en-GB" sz="900" b="1">
                <a:solidFill>
                  <a:schemeClr val="dk1"/>
                </a:solidFill>
              </a:rPr>
              <a:t/>
            </a:r>
            <a:endParaRPr lang="en-GB" sz="900" b="1" dirty="0">
              <a:solidFill>
                <a:schemeClr val="dk1"/>
              </a:solidFill>
            </a:endParaRPr>
          </a:p>
        </p:txBody>
      </p:sp>
      <p:pic>
        <p:nvPicPr>
          <p:cNvPr id="18" name="Picture 17" descr="BNP Paribas APM | Secure Bank Transfers via BNP Paribas (Poland) | Nuvei">
            <a:extLst>
              <a:ext uri="{FF2B5EF4-FFF2-40B4-BE49-F238E27FC236}">
                <a16:creationId xmlns:a16="http://schemas.microsoft.com/office/drawing/2014/main" id="{CA14C6B4-5380-4FE3-15CA-75490A2776B2}"/>
              </a:ext>
            </a:extLst>
          </p:cNvPr>
          <p:cNvPicPr>
            <a:picLocks noChangeAspect="1"/>
          </p:cNvPicPr>
          <p:nvPr/>
        </p:nvPicPr>
        <p:blipFill>
          <a:blip r:embed="rId3"/>
          <a:srcRect l="8215" t="18070" r="9473" b="17869"/>
          <a:stretch>
            <a:fillRect/>
          </a:stretch>
        </p:blipFill>
        <p:spPr>
          <a:xfrm>
            <a:off x="5397451" y="1131194"/>
            <a:ext cx="956167" cy="464925"/>
          </a:xfrm>
          <a:prstGeom prst="rect">
            <a:avLst/>
          </a:prstGeom>
        </p:spPr>
      </p:pic>
      <p:pic>
        <p:nvPicPr>
          <p:cNvPr id="20" name="Google Shape;899;p91">
            <a:extLst>
              <a:ext uri="{FF2B5EF4-FFF2-40B4-BE49-F238E27FC236}">
                <a16:creationId xmlns:a16="http://schemas.microsoft.com/office/drawing/2014/main" id="{60E9E407-A7A1-FAEC-0D77-C01E7089B58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22" name="Picture 21" descr="BMCI Groupe BNP Paribas">
            <a:extLst>
              <a:ext uri="{FF2B5EF4-FFF2-40B4-BE49-F238E27FC236}">
                <a16:creationId xmlns:a16="http://schemas.microsoft.com/office/drawing/2014/main" id="{758FFA84-6019-AA42-10EB-BEA554BEF4C2}"/>
              </a:ext>
            </a:extLst>
          </p:cNvPr>
          <p:cNvPicPr>
            <a:picLocks noChangeAspect="1"/>
          </p:cNvPicPr>
          <p:nvPr/>
        </p:nvPicPr>
        <p:blipFill>
          <a:blip r:embed="rId5"/>
          <a:srcRect t="24731" b="19549"/>
          <a:stretch>
            <a:fillRect/>
          </a:stretch>
        </p:blipFill>
        <p:spPr>
          <a:xfrm>
            <a:off x="6523865" y="1065467"/>
            <a:ext cx="1108647" cy="617743"/>
          </a:xfrm>
          <a:prstGeom prst="rect">
            <a:avLst/>
          </a:prstGeom>
        </p:spPr>
      </p:pic>
      <p:pic>
        <p:nvPicPr>
          <p:cNvPr id="24" name="Picture 23" descr="UBCI | Nous connaitre">
            <a:extLst>
              <a:ext uri="{FF2B5EF4-FFF2-40B4-BE49-F238E27FC236}">
                <a16:creationId xmlns:a16="http://schemas.microsoft.com/office/drawing/2014/main" id="{E720C7A7-E968-70D6-0015-59606F9F017E}"/>
              </a:ext>
            </a:extLst>
          </p:cNvPr>
          <p:cNvPicPr>
            <a:picLocks noChangeAspect="1"/>
          </p:cNvPicPr>
          <p:nvPr/>
        </p:nvPicPr>
        <p:blipFill>
          <a:blip r:embed="rId6"/>
          <a:stretch>
            <a:fillRect/>
          </a:stretch>
        </p:blipFill>
        <p:spPr>
          <a:xfrm>
            <a:off x="7900400" y="1249398"/>
            <a:ext cx="929493" cy="279603"/>
          </a:xfrm>
          <a:prstGeom prst="rect">
            <a:avLst/>
          </a:prstGeom>
        </p:spPr>
      </p:pic>
      <p:sp>
        <p:nvSpPr>
          <p:cNvPr id="26" name="Google Shape;885;p91">
            <a:extLst>
              <a:ext uri="{FF2B5EF4-FFF2-40B4-BE49-F238E27FC236}">
                <a16:creationId xmlns:a16="http://schemas.microsoft.com/office/drawing/2014/main" id="{339EE12A-2666-5232-B00C-CC23BD4243E8}"/>
              </a:ext>
            </a:extLst>
          </p:cNvPr>
          <p:cNvSpPr txBox="1"/>
          <p:nvPr/>
        </p:nvSpPr>
        <p:spPr>
          <a:xfrm>
            <a:off x="134011" y="1649191"/>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304878210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3C3C3A"/>
      </a:dk1>
      <a:lt1>
        <a:srgbClr val="FFFFFF"/>
      </a:lt1>
      <a:dk2>
        <a:srgbClr val="3C3C3A"/>
      </a:dk2>
      <a:lt2>
        <a:srgbClr val="F8485E"/>
      </a:lt2>
      <a:accent1>
        <a:srgbClr val="F8485E"/>
      </a:accent1>
      <a:accent2>
        <a:srgbClr val="FCA2AE"/>
      </a:accent2>
      <a:accent3>
        <a:srgbClr val="FDDADE"/>
      </a:accent3>
      <a:accent4>
        <a:srgbClr val="D7EBE7"/>
      </a:accent4>
      <a:accent5>
        <a:srgbClr val="EFEADC"/>
      </a:accent5>
      <a:accent6>
        <a:srgbClr val="EFEEEE"/>
      </a:accent6>
      <a:hlink>
        <a:srgbClr val="F8485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1857</TotalTime>
  <Words>744</Words>
  <Application>Microsoft Office PowerPoint</Application>
  <PresentationFormat>Affichage à l'écran (16:9)</PresentationFormat>
  <Paragraphs>68</Paragraphs>
  <Slides>2</Slides>
  <Notes>1</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2</vt:i4>
      </vt:variant>
    </vt:vector>
  </HeadingPairs>
  <TitlesOfParts>
    <vt:vector size="11" baseType="lpstr">
      <vt:lpstr>Montserrat Medium</vt:lpstr>
      <vt:lpstr>Montserrat Light</vt:lpstr>
      <vt:lpstr>Verdana</vt:lpstr>
      <vt:lpstr>Arial</vt:lpstr>
      <vt:lpstr>Montserrat</vt:lpstr>
      <vt:lpstr>Montserrat SemiBold</vt:lpstr>
      <vt:lpstr>Century Gothic</vt:lpstr>
      <vt:lpstr>Simple Light</vt:lpstr>
      <vt:lpstr>Simple Light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Mohamed BEN AYED</dc:creator>
  <cp:lastModifiedBy>Fatèn TAGHOUTI</cp:lastModifiedBy>
  <cp:revision>127</cp:revision>
  <dcterms:modified xsi:type="dcterms:W3CDTF">2026-08-11T12:54:42Z</dcterms:modified>
</cp:coreProperties>
</file>