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Lst>
  <p:notesMasterIdLst>
    <p:notesMasterId r:id="rId5"/>
  </p:notesMasterIdLst>
  <p:sldIdLst>
    <p:sldId id="307" r:id="rId3"/>
    <p:sldId id="308" r:id="rId4"/>
    <p:sldId id="309" r:id="rId34"/>
    <p:sldId id="310" r:id="rId35"/>
    <p:sldId id="311" r:id="rId36"/>
    <p:sldId id="312" r:id="rId37"/>
  </p:sldIdLst>
  <p:sldSz cx="9144000" cy="5143500" type="screen16x9"/>
  <p:notesSz cx="6858000" cy="9144000"/>
  <p:embeddedFontLst>
    <p:embeddedFont>
      <p:font typeface="Century Gothic" panose="020B0502020202020204" pitchFamily="34" charset="0"/>
      <p:regular r:id="rId6"/>
      <p:bold r:id="rId7"/>
      <p:italic r:id="rId8"/>
      <p:boldItalic r:id="rId9"/>
    </p:embeddedFont>
    <p:embeddedFont>
      <p:font typeface="Montserrat" panose="00000500000000000000" pitchFamily="2" charset="0"/>
      <p:regular r:id="rId10"/>
      <p:bold r:id="rId11"/>
      <p:italic r:id="rId12"/>
      <p:boldItalic r:id="rId13"/>
    </p:embeddedFont>
    <p:embeddedFont>
      <p:font typeface="Montserrat Light" panose="00000400000000000000" pitchFamily="2" charset="0"/>
      <p:regular r:id="rId14"/>
      <p:bold r:id="rId15"/>
      <p:italic r:id="rId16"/>
      <p:boldItalic r:id="rId17"/>
    </p:embeddedFont>
    <p:embeddedFont>
      <p:font typeface="Montserrat Medium" panose="00000600000000000000" pitchFamily="2" charset="0"/>
      <p:regular r:id="rId18"/>
      <p:bold r:id="rId19"/>
      <p:italic r:id="rId20"/>
      <p:boldItalic r:id="rId21"/>
    </p:embeddedFont>
    <p:embeddedFont>
      <p:font typeface="Montserrat SemiBold" panose="00000700000000000000" pitchFamily="2"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p:cViewPr varScale="1">
        <p:scale>
          <a:sx n="102" d="100"/>
          <a:sy n="102" d="100"/>
        </p:scale>
        <p:origin x="1589"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font" Target="fonts/font11.fntdata"/><Relationship Id="rId17" Type="http://schemas.openxmlformats.org/officeDocument/2006/relationships/font" Target="fonts/font12.fntdata"/><Relationship Id="rId18" Type="http://schemas.openxmlformats.org/officeDocument/2006/relationships/font" Target="fonts/font13.fntdata"/><Relationship Id="rId19" Type="http://schemas.openxmlformats.org/officeDocument/2006/relationships/font" Target="fonts/font14.fntdata"/><Relationship Id="rId20" Type="http://schemas.openxmlformats.org/officeDocument/2006/relationships/font" Target="fonts/font15.fntdata"/><Relationship Id="rId21" Type="http://schemas.openxmlformats.org/officeDocument/2006/relationships/font" Target="fonts/font16.fntdata"/><Relationship Id="rId22" Type="http://schemas.openxmlformats.org/officeDocument/2006/relationships/font" Target="fonts/font17.fntdata"/><Relationship Id="rId23" Type="http://schemas.openxmlformats.org/officeDocument/2006/relationships/font" Target="fonts/font18.fntdata"/><Relationship Id="rId24" Type="http://schemas.openxmlformats.org/officeDocument/2006/relationships/font" Target="fonts/font19.fntdata"/><Relationship Id="rId25" Type="http://schemas.openxmlformats.org/officeDocument/2006/relationships/font" Target="fonts/font20.fntdata"/><Relationship Id="rId26" Type="http://schemas.openxmlformats.org/officeDocument/2006/relationships/font" Target="fonts/font21.fntdata"/><Relationship Id="rId27" Type="http://schemas.openxmlformats.org/officeDocument/2006/relationships/font" Target="fonts/font22.fntdata"/><Relationship Id="rId28" Type="http://schemas.openxmlformats.org/officeDocument/2006/relationships/font" Target="fonts/font23.fntdata"/><Relationship Id="rId29" Type="http://schemas.openxmlformats.org/officeDocument/2006/relationships/font" Target="fonts/font24.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924A6FFB-6134-EF9E-6A7E-C503253867FC}"/>
            </a:ext>
          </a:extLst>
        </p:cNvPr>
        <p:cNvGrpSpPr/>
        <p:nvPr/>
      </p:nvGrpSpPr>
      <p:grpSpPr>
        <a:xfrm>
          <a:off x="0" y="0"/>
          <a:ext cx="0" cy="0"/>
          <a:chOff x="0" y="0"/>
          <a:chExt cx="0" cy="0"/>
        </a:xfrm>
      </p:grpSpPr>
      <p:sp>
        <p:nvSpPr>
          <p:cNvPr id="865" name="Google Shape;865;g3f517f0088e_2_695:notes">
            <a:extLst>
              <a:ext uri="{FF2B5EF4-FFF2-40B4-BE49-F238E27FC236}">
                <a16:creationId xmlns:a16="http://schemas.microsoft.com/office/drawing/2014/main" id="{DAD1A018-DF5F-ECE4-5E64-5D72F1832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6" name="Google Shape;866;g3f517f0088e_2_695:notes">
            <a:extLst>
              <a:ext uri="{FF2B5EF4-FFF2-40B4-BE49-F238E27FC236}">
                <a16:creationId xmlns:a16="http://schemas.microsoft.com/office/drawing/2014/main" id="{1C3BA472-989D-3C5B-BC1A-C377FF693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793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emplate - keep it empty">
  <p:cSld name="Blank template - keep it empty">
    <p:spTree>
      <p:nvGrpSpPr>
        <p:cNvPr id="1" name="Shape 99"/>
        <p:cNvGrpSpPr/>
        <p:nvPr/>
      </p:nvGrpSpPr>
      <p:grpSpPr>
        <a:xfrm>
          <a:off x="0" y="0"/>
          <a:ext cx="0" cy="0"/>
          <a:chOff x="0" y="0"/>
          <a:chExt cx="0" cy="0"/>
        </a:xfrm>
      </p:grpSpPr>
      <p:sp>
        <p:nvSpPr>
          <p:cNvPr id="100" name="Google Shape;100;p21"/>
          <p:cNvSpPr txBox="1">
            <a:spLocks noGrp="1"/>
          </p:cNvSpPr>
          <p:nvPr>
            <p:ph type="sldNum" idx="12"/>
          </p:nvPr>
        </p:nvSpPr>
        <p:spPr>
          <a:xfrm>
            <a:off x="8556775" y="4861575"/>
            <a:ext cx="587100" cy="145200"/>
          </a:xfrm>
          <a:prstGeom prst="rect">
            <a:avLst/>
          </a:prstGeom>
          <a:noFill/>
          <a:ln>
            <a:noFill/>
          </a:ln>
        </p:spPr>
        <p:txBody>
          <a:bodyPr spcFirstLastPara="1" wrap="square" lIns="68575" tIns="68575" rIns="68575" bIns="68575" anchor="t" anchorCtr="0">
            <a:noAutofit/>
          </a:bodyPr>
          <a:lstStyle>
            <a:lvl1pPr marL="0" marR="0" lvl="0"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4) Content - One title and extra long text">
  <p:cSld name="44) Content - One title and extra long text">
    <p:spTree>
      <p:nvGrpSpPr>
        <p:cNvPr id="1" name="Shape 101"/>
        <p:cNvGrpSpPr/>
        <p:nvPr/>
      </p:nvGrpSpPr>
      <p:grpSpPr>
        <a:xfrm>
          <a:off x="0" y="0"/>
          <a:ext cx="0" cy="0"/>
          <a:chOff x="0" y="0"/>
          <a:chExt cx="0" cy="0"/>
        </a:xfrm>
      </p:grpSpPr>
      <p:sp>
        <p:nvSpPr>
          <p:cNvPr id="102" name="Google Shape;102;p22"/>
          <p:cNvSpPr txBox="1">
            <a:spLocks noGrp="1"/>
          </p:cNvSpPr>
          <p:nvPr>
            <p:ph type="subTitle" idx="1"/>
          </p:nvPr>
        </p:nvSpPr>
        <p:spPr>
          <a:xfrm>
            <a:off x="587225" y="1165925"/>
            <a:ext cx="3324300" cy="153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C3C3A"/>
              </a:buClr>
              <a:buSzPts val="500"/>
              <a:buFont typeface="Montserrat"/>
              <a:buNone/>
              <a:defRPr sz="1000" b="1">
                <a:solidFill>
                  <a:srgbClr val="3C3C3A"/>
                </a:solidFill>
                <a:latin typeface="Montserrat"/>
                <a:ea typeface="Montserrat"/>
                <a:cs typeface="Montserrat"/>
                <a:sym typeface="Montserrat"/>
              </a:defRPr>
            </a:lvl1pPr>
            <a:lvl2pPr lvl="1" algn="l">
              <a:lnSpc>
                <a:spcPct val="100000"/>
              </a:lnSpc>
              <a:spcBef>
                <a:spcPts val="0"/>
              </a:spcBef>
              <a:spcAft>
                <a:spcPts val="0"/>
              </a:spcAft>
              <a:buSzPts val="500"/>
              <a:buFont typeface="Montserrat"/>
              <a:buNone/>
              <a:defRPr sz="1000" b="1">
                <a:latin typeface="Montserrat"/>
                <a:ea typeface="Montserrat"/>
                <a:cs typeface="Montserrat"/>
                <a:sym typeface="Montserrat"/>
              </a:defRPr>
            </a:lvl2pPr>
            <a:lvl3pPr lvl="2" algn="l">
              <a:lnSpc>
                <a:spcPct val="100000"/>
              </a:lnSpc>
              <a:spcBef>
                <a:spcPts val="0"/>
              </a:spcBef>
              <a:spcAft>
                <a:spcPts val="0"/>
              </a:spcAft>
              <a:buSzPts val="500"/>
              <a:buFont typeface="Montserrat"/>
              <a:buNone/>
              <a:defRPr sz="1000" b="1">
                <a:latin typeface="Montserrat"/>
                <a:ea typeface="Montserrat"/>
                <a:cs typeface="Montserrat"/>
                <a:sym typeface="Montserrat"/>
              </a:defRPr>
            </a:lvl3pPr>
            <a:lvl4pPr lvl="3" algn="l">
              <a:lnSpc>
                <a:spcPct val="100000"/>
              </a:lnSpc>
              <a:spcBef>
                <a:spcPts val="0"/>
              </a:spcBef>
              <a:spcAft>
                <a:spcPts val="0"/>
              </a:spcAft>
              <a:buSzPts val="500"/>
              <a:buFont typeface="Montserrat"/>
              <a:buNone/>
              <a:defRPr sz="1000" b="1">
                <a:latin typeface="Montserrat"/>
                <a:ea typeface="Montserrat"/>
                <a:cs typeface="Montserrat"/>
                <a:sym typeface="Montserrat"/>
              </a:defRPr>
            </a:lvl4pPr>
            <a:lvl5pPr lvl="4" algn="l">
              <a:lnSpc>
                <a:spcPct val="100000"/>
              </a:lnSpc>
              <a:spcBef>
                <a:spcPts val="0"/>
              </a:spcBef>
              <a:spcAft>
                <a:spcPts val="0"/>
              </a:spcAft>
              <a:buSzPts val="500"/>
              <a:buFont typeface="Montserrat"/>
              <a:buNone/>
              <a:defRPr sz="1000" b="1">
                <a:latin typeface="Montserrat"/>
                <a:ea typeface="Montserrat"/>
                <a:cs typeface="Montserrat"/>
                <a:sym typeface="Montserrat"/>
              </a:defRPr>
            </a:lvl5pPr>
            <a:lvl6pPr lvl="5" algn="l">
              <a:lnSpc>
                <a:spcPct val="100000"/>
              </a:lnSpc>
              <a:spcBef>
                <a:spcPts val="0"/>
              </a:spcBef>
              <a:spcAft>
                <a:spcPts val="0"/>
              </a:spcAft>
              <a:buSzPts val="500"/>
              <a:buFont typeface="Montserrat"/>
              <a:buNone/>
              <a:defRPr sz="1000" b="1">
                <a:latin typeface="Montserrat"/>
                <a:ea typeface="Montserrat"/>
                <a:cs typeface="Montserrat"/>
                <a:sym typeface="Montserrat"/>
              </a:defRPr>
            </a:lvl6pPr>
            <a:lvl7pPr lvl="6" algn="l">
              <a:lnSpc>
                <a:spcPct val="100000"/>
              </a:lnSpc>
              <a:spcBef>
                <a:spcPts val="0"/>
              </a:spcBef>
              <a:spcAft>
                <a:spcPts val="0"/>
              </a:spcAft>
              <a:buSzPts val="500"/>
              <a:buFont typeface="Montserrat"/>
              <a:buNone/>
              <a:defRPr sz="1000" b="1">
                <a:latin typeface="Montserrat"/>
                <a:ea typeface="Montserrat"/>
                <a:cs typeface="Montserrat"/>
                <a:sym typeface="Montserrat"/>
              </a:defRPr>
            </a:lvl7pPr>
            <a:lvl8pPr lvl="7" algn="l">
              <a:lnSpc>
                <a:spcPct val="100000"/>
              </a:lnSpc>
              <a:spcBef>
                <a:spcPts val="0"/>
              </a:spcBef>
              <a:spcAft>
                <a:spcPts val="0"/>
              </a:spcAft>
              <a:buSzPts val="500"/>
              <a:buFont typeface="Montserrat"/>
              <a:buNone/>
              <a:defRPr sz="1000" b="1">
                <a:latin typeface="Montserrat"/>
                <a:ea typeface="Montserrat"/>
                <a:cs typeface="Montserrat"/>
                <a:sym typeface="Montserrat"/>
              </a:defRPr>
            </a:lvl8pPr>
            <a:lvl9pPr lvl="8" algn="l">
              <a:lnSpc>
                <a:spcPct val="100000"/>
              </a:lnSpc>
              <a:spcBef>
                <a:spcPts val="0"/>
              </a:spcBef>
              <a:spcAft>
                <a:spcPts val="0"/>
              </a:spcAft>
              <a:buSzPts val="500"/>
              <a:buFont typeface="Montserrat"/>
              <a:buNone/>
              <a:defRPr sz="1000" b="1">
                <a:latin typeface="Montserrat"/>
                <a:ea typeface="Montserrat"/>
                <a:cs typeface="Montserrat"/>
                <a:sym typeface="Montserrat"/>
              </a:defRPr>
            </a:lvl9pPr>
          </a:lstStyle>
          <a:p>
            <a:endParaRPr/>
          </a:p>
        </p:txBody>
      </p:sp>
      <p:sp>
        <p:nvSpPr>
          <p:cNvPr id="103" name="Google Shape;103;p22"/>
          <p:cNvSpPr txBox="1">
            <a:spLocks noGrp="1"/>
          </p:cNvSpPr>
          <p:nvPr>
            <p:ph type="body" idx="2"/>
          </p:nvPr>
        </p:nvSpPr>
        <p:spPr>
          <a:xfrm>
            <a:off x="587225" y="1506375"/>
            <a:ext cx="7885200" cy="29415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1pPr>
            <a:lvl2pPr marL="914400" lvl="1"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2pPr>
            <a:lvl3pPr marL="1371600" lvl="2"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3pPr>
            <a:lvl4pPr marL="1828800" lvl="3"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4pPr>
            <a:lvl5pPr marL="2286000" lvl="4"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5pPr>
            <a:lvl6pPr marL="2743200" lvl="5"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6pPr>
            <a:lvl7pPr marL="3200400" lvl="6"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7pPr>
            <a:lvl8pPr marL="3657600" lvl="7"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8pPr>
            <a:lvl9pPr marL="4114800" lvl="8"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9pPr>
          </a:lstStyle>
          <a:p>
            <a:endParaRPr/>
          </a:p>
        </p:txBody>
      </p:sp>
      <p:sp>
        <p:nvSpPr>
          <p:cNvPr id="104" name="Google Shape;104;p22"/>
          <p:cNvSpPr txBox="1">
            <a:spLocks noGrp="1"/>
          </p:cNvSpPr>
          <p:nvPr>
            <p:ph type="title"/>
          </p:nvPr>
        </p:nvSpPr>
        <p:spPr>
          <a:xfrm>
            <a:off x="587225" y="572700"/>
            <a:ext cx="5497500" cy="303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9pPr>
          </a:lstStyle>
          <a:p>
            <a:endParaRPr/>
          </a:p>
        </p:txBody>
      </p:sp>
      <p:pic>
        <p:nvPicPr>
          <p:cNvPr id="105" name="Google Shape;105;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12"/>
        <p:cNvGrpSpPr/>
        <p:nvPr/>
      </p:nvGrpSpPr>
      <p:grpSpPr>
        <a:xfrm>
          <a:off x="0" y="0"/>
          <a:ext cx="0" cy="0"/>
          <a:chOff x="0" y="0"/>
          <a:chExt cx="0" cy="0"/>
        </a:xfrm>
      </p:grpSpPr>
      <p:sp>
        <p:nvSpPr>
          <p:cNvPr id="113" name="Google Shape;113;p24"/>
          <p:cNvSpPr txBox="1">
            <a:spLocks noGrp="1"/>
          </p:cNvSpPr>
          <p:nvPr>
            <p:ph type="sldNum" idx="12"/>
          </p:nvPr>
        </p:nvSpPr>
        <p:spPr>
          <a:xfrm>
            <a:off x="8472458" y="4663217"/>
            <a:ext cx="548775" cy="393525"/>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pic>
        <p:nvPicPr>
          <p:cNvPr id="114" name="Google Shape;114;p2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eader only">
  <p:cSld name="Header only">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540000" y="360000"/>
            <a:ext cx="8064000" cy="540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117" name="Google Shape;117;p2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Empty">
  <p:cSld name="1) Empt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lvl="0" algn="l">
              <a:lnSpc>
                <a:spcPct val="100000"/>
              </a:lnSpc>
              <a:spcBef>
                <a:spcPts val="0"/>
              </a:spcBef>
              <a:spcAft>
                <a:spcPts val="0"/>
              </a:spcAft>
              <a:buSzPts val="1100"/>
              <a:buNone/>
              <a:defRPr>
                <a:latin typeface="Montserrat"/>
                <a:ea typeface="Montserrat"/>
                <a:cs typeface="Montserrat"/>
                <a:sym typeface="Montserrat"/>
              </a:defRPr>
            </a:lvl1pPr>
            <a:lvl2pPr lvl="1" algn="l">
              <a:lnSpc>
                <a:spcPct val="100000"/>
              </a:lnSpc>
              <a:spcBef>
                <a:spcPts val="0"/>
              </a:spcBef>
              <a:spcAft>
                <a:spcPts val="0"/>
              </a:spcAft>
              <a:buSzPts val="1100"/>
              <a:buNone/>
              <a:defRPr>
                <a:latin typeface="Montserrat"/>
                <a:ea typeface="Montserrat"/>
                <a:cs typeface="Montserrat"/>
                <a:sym typeface="Montserrat"/>
              </a:defRPr>
            </a:lvl2pPr>
            <a:lvl3pPr lvl="2" algn="l">
              <a:lnSpc>
                <a:spcPct val="100000"/>
              </a:lnSpc>
              <a:spcBef>
                <a:spcPts val="0"/>
              </a:spcBef>
              <a:spcAft>
                <a:spcPts val="0"/>
              </a:spcAft>
              <a:buSzPts val="1100"/>
              <a:buNone/>
              <a:defRPr>
                <a:latin typeface="Montserrat"/>
                <a:ea typeface="Montserrat"/>
                <a:cs typeface="Montserrat"/>
                <a:sym typeface="Montserrat"/>
              </a:defRPr>
            </a:lvl3pPr>
            <a:lvl4pPr lvl="3" algn="l">
              <a:lnSpc>
                <a:spcPct val="100000"/>
              </a:lnSpc>
              <a:spcBef>
                <a:spcPts val="0"/>
              </a:spcBef>
              <a:spcAft>
                <a:spcPts val="0"/>
              </a:spcAft>
              <a:buSzPts val="1100"/>
              <a:buNone/>
              <a:defRPr>
                <a:latin typeface="Montserrat"/>
                <a:ea typeface="Montserrat"/>
                <a:cs typeface="Montserrat"/>
                <a:sym typeface="Montserrat"/>
              </a:defRPr>
            </a:lvl4pPr>
            <a:lvl5pPr lvl="4" algn="l">
              <a:lnSpc>
                <a:spcPct val="100000"/>
              </a:lnSpc>
              <a:spcBef>
                <a:spcPts val="0"/>
              </a:spcBef>
              <a:spcAft>
                <a:spcPts val="0"/>
              </a:spcAft>
              <a:buSzPts val="1100"/>
              <a:buNone/>
              <a:defRPr>
                <a:latin typeface="Montserrat"/>
                <a:ea typeface="Montserrat"/>
                <a:cs typeface="Montserrat"/>
                <a:sym typeface="Montserrat"/>
              </a:defRPr>
            </a:lvl5pPr>
            <a:lvl6pPr lvl="5" algn="l">
              <a:lnSpc>
                <a:spcPct val="100000"/>
              </a:lnSpc>
              <a:spcBef>
                <a:spcPts val="0"/>
              </a:spcBef>
              <a:spcAft>
                <a:spcPts val="0"/>
              </a:spcAft>
              <a:buSzPts val="1100"/>
              <a:buNone/>
              <a:defRPr>
                <a:latin typeface="Montserrat"/>
                <a:ea typeface="Montserrat"/>
                <a:cs typeface="Montserrat"/>
                <a:sym typeface="Montserrat"/>
              </a:defRPr>
            </a:lvl6pPr>
            <a:lvl7pPr lvl="6" algn="l">
              <a:lnSpc>
                <a:spcPct val="100000"/>
              </a:lnSpc>
              <a:spcBef>
                <a:spcPts val="0"/>
              </a:spcBef>
              <a:spcAft>
                <a:spcPts val="0"/>
              </a:spcAft>
              <a:buSzPts val="1100"/>
              <a:buNone/>
              <a:defRPr>
                <a:latin typeface="Montserrat"/>
                <a:ea typeface="Montserrat"/>
                <a:cs typeface="Montserrat"/>
                <a:sym typeface="Montserrat"/>
              </a:defRPr>
            </a:lvl7pPr>
            <a:lvl8pPr lvl="7" algn="l">
              <a:lnSpc>
                <a:spcPct val="100000"/>
              </a:lnSpc>
              <a:spcBef>
                <a:spcPts val="0"/>
              </a:spcBef>
              <a:spcAft>
                <a:spcPts val="0"/>
              </a:spcAft>
              <a:buSzPts val="1100"/>
              <a:buNone/>
              <a:defRPr>
                <a:latin typeface="Montserrat"/>
                <a:ea typeface="Montserrat"/>
                <a:cs typeface="Montserrat"/>
                <a:sym typeface="Montserrat"/>
              </a:defRPr>
            </a:lvl8pPr>
            <a:lvl9pPr lvl="8" algn="l">
              <a:lnSpc>
                <a:spcPct val="100000"/>
              </a:lnSpc>
              <a:spcBef>
                <a:spcPts val="0"/>
              </a:spcBef>
              <a:spcAft>
                <a:spcPts val="0"/>
              </a:spcAft>
              <a:buSzPts val="1100"/>
              <a:buNone/>
              <a:defRPr>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6_Blank White template">
  <p:cSld name="16_Blank White template">
    <p:spTree>
      <p:nvGrpSpPr>
        <p:cNvPr id="1" name="Shape 120"/>
        <p:cNvGrpSpPr/>
        <p:nvPr/>
      </p:nvGrpSpPr>
      <p:grpSpPr>
        <a:xfrm>
          <a:off x="0" y="0"/>
          <a:ext cx="0" cy="0"/>
          <a:chOff x="0" y="0"/>
          <a:chExt cx="0" cy="0"/>
        </a:xfrm>
      </p:grpSpPr>
      <p:sp>
        <p:nvSpPr>
          <p:cNvPr id="121" name="Google Shape;121;p27"/>
          <p:cNvSpPr txBox="1">
            <a:spLocks noGrp="1"/>
          </p:cNvSpPr>
          <p:nvPr>
            <p:ph type="sldNum" idx="12"/>
          </p:nvPr>
        </p:nvSpPr>
        <p:spPr>
          <a:xfrm>
            <a:off x="6695471" y="4718888"/>
            <a:ext cx="2057400" cy="2738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a:t>
            </a:fld>
            <a:endParaRPr/>
          </a:p>
        </p:txBody>
      </p:sp>
      <p:sp>
        <p:nvSpPr>
          <p:cNvPr id="122" name="Google Shape;122;p27"/>
          <p:cNvSpPr txBox="1">
            <a:spLocks noGrp="1"/>
          </p:cNvSpPr>
          <p:nvPr>
            <p:ph type="title"/>
          </p:nvPr>
        </p:nvSpPr>
        <p:spPr>
          <a:xfrm>
            <a:off x="391130" y="330362"/>
            <a:ext cx="8361675" cy="290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7"/>
          <p:cNvSpPr txBox="1">
            <a:spLocks noGrp="1"/>
          </p:cNvSpPr>
          <p:nvPr>
            <p:ph type="body" idx="1"/>
          </p:nvPr>
        </p:nvSpPr>
        <p:spPr>
          <a:xfrm>
            <a:off x="391129" y="939998"/>
            <a:ext cx="8361675" cy="18697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pic>
        <p:nvPicPr>
          <p:cNvPr id="124" name="Google Shape;124;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5"/>
        <p:cNvGrpSpPr/>
        <p:nvPr/>
      </p:nvGrpSpPr>
      <p:grpSpPr>
        <a:xfrm>
          <a:off x="0" y="0"/>
          <a:ext cx="0" cy="0"/>
          <a:chOff x="0" y="0"/>
          <a:chExt cx="0" cy="0"/>
        </a:xfrm>
      </p:grpSpPr>
      <p:sp>
        <p:nvSpPr>
          <p:cNvPr id="126" name="Google Shape;126;p28"/>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27" name="Google Shape;127;p28"/>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28" name="Google Shape;128;p2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29"/>
        <p:cNvGrpSpPr/>
        <p:nvPr/>
      </p:nvGrpSpPr>
      <p:grpSpPr>
        <a:xfrm>
          <a:off x="0" y="0"/>
          <a:ext cx="0" cy="0"/>
          <a:chOff x="0" y="0"/>
          <a:chExt cx="0" cy="0"/>
        </a:xfrm>
      </p:grpSpPr>
      <p:sp>
        <p:nvSpPr>
          <p:cNvPr id="130" name="Google Shape;130;p29"/>
          <p:cNvSpPr txBox="1">
            <a:spLocks noGrp="1"/>
          </p:cNvSpPr>
          <p:nvPr>
            <p:ph type="title"/>
          </p:nvPr>
        </p:nvSpPr>
        <p:spPr>
          <a:xfrm>
            <a:off x="674700" y="579450"/>
            <a:ext cx="5826000" cy="4446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800" b="0" i="0">
                <a:solidFill>
                  <a:srgbClr val="3B3B39"/>
                </a:solidFill>
                <a:latin typeface="Verdana"/>
                <a:ea typeface="Verdana"/>
                <a:cs typeface="Verdana"/>
                <a:sym typeface="Verdan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9"/>
          <p:cNvSpPr txBox="1">
            <a:spLocks noGrp="1"/>
          </p:cNvSpPr>
          <p:nvPr>
            <p:ph type="body" idx="1"/>
          </p:nvPr>
        </p:nvSpPr>
        <p:spPr>
          <a:xfrm>
            <a:off x="706450" y="1262075"/>
            <a:ext cx="4556100" cy="2008500"/>
          </a:xfrm>
          <a:prstGeom prst="rect">
            <a:avLst/>
          </a:prstGeom>
          <a:noFill/>
          <a:ln>
            <a:noFill/>
          </a:ln>
        </p:spPr>
        <p:txBody>
          <a:bodyPr spcFirstLastPara="1" wrap="square" lIns="0" tIns="0" rIns="0" bIns="0" anchor="t" anchorCtr="0">
            <a:noAutofit/>
          </a:bodyPr>
          <a:lstStyle>
            <a:lvl1pPr marL="457200" lvl="0" indent="-298450" algn="l">
              <a:lnSpc>
                <a:spcPct val="100000"/>
              </a:lnSpc>
              <a:spcBef>
                <a:spcPts val="0"/>
              </a:spcBef>
              <a:spcAft>
                <a:spcPts val="0"/>
              </a:spcAft>
              <a:buSzPts val="1100"/>
              <a:buChar char="●"/>
              <a:defRPr sz="900" b="0" i="0">
                <a:solidFill>
                  <a:srgbClr val="55545A"/>
                </a:solidFill>
                <a:latin typeface="Verdana"/>
                <a:ea typeface="Verdana"/>
                <a:cs typeface="Verdana"/>
                <a:sym typeface="Verdana"/>
              </a:defRPr>
            </a:lvl1pPr>
            <a:lvl2pPr marL="914400" lvl="1" indent="-298450" algn="l">
              <a:lnSpc>
                <a:spcPct val="100000"/>
              </a:lnSpc>
              <a:spcBef>
                <a:spcPts val="0"/>
              </a:spcBef>
              <a:spcAft>
                <a:spcPts val="0"/>
              </a:spcAft>
              <a:buSzPts val="1100"/>
              <a:buChar char="○"/>
              <a:defRPr/>
            </a:lvl2pPr>
            <a:lvl3pPr marL="1371600" lvl="2" indent="-298450" algn="l">
              <a:lnSpc>
                <a:spcPct val="100000"/>
              </a:lnSpc>
              <a:spcBef>
                <a:spcPts val="0"/>
              </a:spcBef>
              <a:spcAft>
                <a:spcPts val="0"/>
              </a:spcAft>
              <a:buSzPts val="1100"/>
              <a:buChar char="■"/>
              <a:defRPr/>
            </a:lvl3pPr>
            <a:lvl4pPr marL="1828800" lvl="3" indent="-298450" algn="l">
              <a:lnSpc>
                <a:spcPct val="100000"/>
              </a:lnSpc>
              <a:spcBef>
                <a:spcPts val="0"/>
              </a:spcBef>
              <a:spcAft>
                <a:spcPts val="0"/>
              </a:spcAft>
              <a:buSzPts val="1100"/>
              <a:buChar char="●"/>
              <a:defRPr/>
            </a:lvl4pPr>
            <a:lvl5pPr marL="2286000" lvl="4" indent="-298450" algn="l">
              <a:lnSpc>
                <a:spcPct val="100000"/>
              </a:lnSpc>
              <a:spcBef>
                <a:spcPts val="0"/>
              </a:spcBef>
              <a:spcAft>
                <a:spcPts val="0"/>
              </a:spcAft>
              <a:buSzPts val="1100"/>
              <a:buChar char="○"/>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sp>
        <p:nvSpPr>
          <p:cNvPr id="132" name="Google Shape;132;p29"/>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33" name="Google Shape;133;p29"/>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34" name="Google Shape;134;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35" name="Google Shape;135;p29"/>
          <p:cNvSpPr txBox="1"/>
          <p:nvPr/>
        </p:nvSpPr>
        <p:spPr>
          <a:xfrm>
            <a:off x="4984500" y="4923200"/>
            <a:ext cx="4038600" cy="194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a:buNone/>
            </a:pPr>
            <a:fld id="{00000000-1234-1234-1234-123412341234}" type="slidenum">
              <a:rPr lang="en-GB" sz="800" b="0" i="0" u="none" strike="noStrike" cap="none">
                <a:solidFill>
                  <a:schemeClr val="dk1"/>
                </a:solidFill>
                <a:latin typeface="Montserrat"/>
                <a:ea typeface="Montserrat"/>
                <a:cs typeface="Montserrat"/>
                <a:sym typeface="Montserrat"/>
              </a:rPr>
              <a:t>‹N°›</a:t>
            </a:fld>
            <a:endParaRPr sz="800" b="0" i="0" u="none" strike="noStrike" cap="none">
              <a:solidFill>
                <a:schemeClr val="dk1"/>
              </a:solidFill>
              <a:latin typeface="Montserrat"/>
              <a:ea typeface="Montserrat"/>
              <a:cs typeface="Montserrat"/>
              <a:sym typeface="Montserrat"/>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0) Divider - Title left double pink dots">
  <p:cSld name="10) Divider - Title left double pink dots">
    <p:spTree>
      <p:nvGrpSpPr>
        <p:cNvPr id="1" name="Shape 136"/>
        <p:cNvGrpSpPr/>
        <p:nvPr/>
      </p:nvGrpSpPr>
      <p:grpSpPr>
        <a:xfrm>
          <a:off x="0" y="0"/>
          <a:ext cx="0" cy="0"/>
          <a:chOff x="0" y="0"/>
          <a:chExt cx="0" cy="0"/>
        </a:xfrm>
      </p:grpSpPr>
      <p:sp>
        <p:nvSpPr>
          <p:cNvPr id="137" name="Google Shape;137;p30"/>
          <p:cNvSpPr txBox="1">
            <a:spLocks noGrp="1"/>
          </p:cNvSpPr>
          <p:nvPr>
            <p:ph type="body" idx="1"/>
          </p:nvPr>
        </p:nvSpPr>
        <p:spPr>
          <a:xfrm>
            <a:off x="5795700" y="1362925"/>
            <a:ext cx="2761200" cy="2138400"/>
          </a:xfrm>
          <a:prstGeom prst="rect">
            <a:avLst/>
          </a:prstGeom>
          <a:noFill/>
          <a:ln>
            <a:noFill/>
          </a:ln>
        </p:spPr>
        <p:txBody>
          <a:bodyPr spcFirstLastPara="1" wrap="square" lIns="0" tIns="0" rIns="0" bIns="0" anchor="t" anchorCtr="0">
            <a:noAutofit/>
          </a:bodyPr>
          <a:lstStyle>
            <a:lvl1pPr marL="457200" lvl="0"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1pPr>
            <a:lvl2pPr marL="914400" lvl="1"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2pPr>
            <a:lvl3pPr marL="1371600" lvl="2"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3pPr>
            <a:lvl4pPr marL="1828800" lvl="3"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4pPr>
            <a:lvl5pPr marL="2286000" lvl="4"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5pPr>
            <a:lvl6pPr marL="2743200" lvl="5"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6pPr>
            <a:lvl7pPr marL="3200400" lvl="6"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7pPr>
            <a:lvl8pPr marL="3657600" lvl="7"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8pPr>
            <a:lvl9pPr marL="4114800" lvl="8"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9pPr>
          </a:lstStyle>
          <a:p>
            <a:endParaRPr/>
          </a:p>
        </p:txBody>
      </p:sp>
      <p:sp>
        <p:nvSpPr>
          <p:cNvPr id="138" name="Google Shape;138;p30"/>
          <p:cNvSpPr txBox="1">
            <a:spLocks noGrp="1"/>
          </p:cNvSpPr>
          <p:nvPr>
            <p:ph type="title"/>
          </p:nvPr>
        </p:nvSpPr>
        <p:spPr>
          <a:xfrm>
            <a:off x="1080003" y="1800450"/>
            <a:ext cx="3387600" cy="1542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rgbClr val="3C3C3A"/>
              </a:buClr>
              <a:buSzPts val="2200"/>
              <a:buFont typeface="Montserrat Light"/>
              <a:buNone/>
              <a:defRPr sz="4200">
                <a:solidFill>
                  <a:srgbClr val="3C3C3A"/>
                </a:solidFill>
                <a:latin typeface="Montserrat Light"/>
                <a:ea typeface="Montserrat Light"/>
                <a:cs typeface="Montserrat Light"/>
                <a:sym typeface="Montserrat Light"/>
              </a:defRPr>
            </a:lvl1pPr>
            <a:lvl2pPr lvl="1"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2pPr>
            <a:lvl3pPr lvl="2"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3pPr>
            <a:lvl4pPr lvl="3"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4pPr>
            <a:lvl5pPr lvl="4"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5pPr>
            <a:lvl6pPr lvl="5"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6pPr>
            <a:lvl7pPr lvl="6"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7pPr>
            <a:lvl8pPr lvl="7"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8pPr>
            <a:lvl9pPr lvl="8"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9pPr>
          </a:lstStyle>
          <a:p>
            <a:endParaRPr/>
          </a:p>
        </p:txBody>
      </p:sp>
      <p:pic>
        <p:nvPicPr>
          <p:cNvPr id="139" name="Google Shape;139;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3655500"/>
            <a:ext cx="591600" cy="1488000"/>
          </a:xfrm>
          <a:prstGeom prst="rect">
            <a:avLst/>
          </a:prstGeom>
          <a:noFill/>
          <a:ln>
            <a:noFill/>
          </a:ln>
        </p:spPr>
      </p:pic>
      <p:pic>
        <p:nvPicPr>
          <p:cNvPr id="140" name="Google Shape;140;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41" name="Google Shape;141;p30"/>
          <p:cNvSpPr txBox="1"/>
          <p:nvPr/>
        </p:nvSpPr>
        <p:spPr>
          <a:xfrm>
            <a:off x="4565400" y="4783500"/>
            <a:ext cx="4038600" cy="3600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Medium"/>
              <a:buNone/>
            </a:pPr>
            <a:fld id="{00000000-1234-1234-1234-123412341234}" type="slidenum">
              <a:rPr lang="en-GB" sz="800" b="0" i="0" u="none" strike="noStrike" cap="none">
                <a:solidFill>
                  <a:schemeClr val="dk1"/>
                </a:solidFill>
                <a:latin typeface="Montserrat Medium"/>
                <a:ea typeface="Montserrat Medium"/>
                <a:cs typeface="Montserrat Medium"/>
                <a:sym typeface="Montserrat Medium"/>
              </a:rPr>
              <a:t>‹N°›</a:t>
            </a:fld>
            <a:endParaRPr sz="800" b="0" i="0" u="none" strike="noStrike" cap="none">
              <a:solidFill>
                <a:schemeClr val="dk1"/>
              </a:solidFill>
              <a:latin typeface="Montserrat Medium"/>
              <a:ea typeface="Montserrat Medium"/>
              <a:cs typeface="Montserrat Medium"/>
              <a:sym typeface="Montserrat Medium"/>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4) Thank you">
  <p:cSld name="64) Thank you">
    <p:spTree>
      <p:nvGrpSpPr>
        <p:cNvPr id="1" name="Shape 142"/>
        <p:cNvGrpSpPr/>
        <p:nvPr/>
      </p:nvGrpSpPr>
      <p:grpSpPr>
        <a:xfrm>
          <a:off x="0" y="0"/>
          <a:ext cx="0" cy="0"/>
          <a:chOff x="0" y="0"/>
          <a:chExt cx="0" cy="0"/>
        </a:xfrm>
      </p:grpSpPr>
      <p:pic>
        <p:nvPicPr>
          <p:cNvPr id="143" name="Google Shape;143;p31"/>
          <p:cNvPicPr preferRelativeResize="0"/>
          <p:nvPr/>
        </p:nvPicPr>
        <p:blipFill rotWithShape="1">
          <a:blip r:embed="rId2">
            <a:alphaModFix/>
          </a:blip>
          <a:srcRect/>
          <a:stretch/>
        </p:blipFill>
        <p:spPr>
          <a:xfrm>
            <a:off x="3" y="-25"/>
            <a:ext cx="8817430" cy="4959804"/>
          </a:xfrm>
          <a:prstGeom prst="rect">
            <a:avLst/>
          </a:prstGeom>
          <a:noFill/>
          <a:ln>
            <a:noFill/>
          </a:ln>
          <a:effectLst>
            <a:outerShdw blurRad="57150" dist="19050" dir="5400000" algn="bl" rotWithShape="0">
              <a:srgbClr val="000000">
                <a:alpha val="49019"/>
              </a:srgbClr>
            </a:outerShdw>
          </a:effectLst>
        </p:spPr>
      </p:pic>
      <p:pic>
        <p:nvPicPr>
          <p:cNvPr id="144" name="Google Shape;144;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7225" y="553501"/>
            <a:ext cx="1115848" cy="334125"/>
          </a:xfrm>
          <a:prstGeom prst="rect">
            <a:avLst/>
          </a:prstGeom>
          <a:noFill/>
          <a:ln>
            <a:noFill/>
          </a:ln>
        </p:spPr>
      </p:pic>
      <p:sp>
        <p:nvSpPr>
          <p:cNvPr id="145" name="Google Shape;145;p31"/>
          <p:cNvSpPr txBox="1"/>
          <p:nvPr/>
        </p:nvSpPr>
        <p:spPr>
          <a:xfrm>
            <a:off x="1080000" y="2073000"/>
            <a:ext cx="6983700" cy="997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5300"/>
              <a:buFont typeface="Arial"/>
              <a:buNone/>
            </a:pPr>
            <a:r>
              <a:rPr lang="en-GB" sz="7100" b="0" i="0" u="none" strike="noStrike" cap="none">
                <a:solidFill>
                  <a:srgbClr val="FFFFFF"/>
                </a:solidFill>
                <a:latin typeface="Montserrat Light"/>
                <a:ea typeface="Montserrat Light"/>
                <a:cs typeface="Montserrat Light"/>
                <a:sym typeface="Montserrat Light"/>
              </a:rPr>
              <a:t>Thank</a:t>
            </a:r>
            <a:r>
              <a:rPr lang="en-GB" sz="7100" b="1" i="0" u="none" strike="noStrike" cap="none">
                <a:solidFill>
                  <a:srgbClr val="FFFFFF"/>
                </a:solidFill>
                <a:latin typeface="Montserrat"/>
                <a:ea typeface="Montserrat"/>
                <a:cs typeface="Montserrat"/>
                <a:sym typeface="Montserrat"/>
              </a:rPr>
              <a:t> you.</a:t>
            </a:r>
            <a:endParaRPr sz="7100" b="1" i="0" u="none" strike="noStrike" cap="none">
              <a:solidFill>
                <a:srgbClr val="FFFFFF"/>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5) Content - Display other material 1">
  <p:cSld name="45) Content - Display other material 1">
    <p:spTree>
      <p:nvGrpSpPr>
        <p:cNvPr id="1" name="Shape 146"/>
        <p:cNvGrpSpPr/>
        <p:nvPr/>
      </p:nvGrpSpPr>
      <p:grpSpPr>
        <a:xfrm>
          <a:off x="0" y="0"/>
          <a:ext cx="0" cy="0"/>
          <a:chOff x="0" y="0"/>
          <a:chExt cx="0" cy="0"/>
        </a:xfrm>
      </p:grpSpPr>
      <p:pic>
        <p:nvPicPr>
          <p:cNvPr id="147" name="Google Shape;147;p32"/>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6" y="-905925"/>
            <a:ext cx="999449" cy="2773202"/>
          </a:xfrm>
          <a:prstGeom prst="rect">
            <a:avLst/>
          </a:prstGeom>
          <a:noFill/>
          <a:ln>
            <a:noFill/>
          </a:ln>
        </p:spPr>
      </p:pic>
      <p:sp>
        <p:nvSpPr>
          <p:cNvPr id="148" name="Google Shape;148;p32"/>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10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49" name="Google Shape;149;p32"/>
          <p:cNvSpPr txBox="1">
            <a:spLocks noGrp="1"/>
          </p:cNvSpPr>
          <p:nvPr>
            <p:ph type="title"/>
          </p:nvPr>
        </p:nvSpPr>
        <p:spPr>
          <a:xfrm>
            <a:off x="587225" y="607050"/>
            <a:ext cx="4821600" cy="2775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34"/>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67" name="Google Shape;167;p34"/>
          <p:cNvSpPr txBox="1">
            <a:spLocks noGrp="1"/>
          </p:cNvSpPr>
          <p:nvPr>
            <p:ph type="dt" idx="10"/>
          </p:nvPr>
        </p:nvSpPr>
        <p:spPr>
          <a:xfrm>
            <a:off x="292261" y="4856789"/>
            <a:ext cx="2103000" cy="10767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1100"/>
              <a:buFont typeface="Montserrat"/>
              <a:buNone/>
              <a:defRPr sz="7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5"/>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71" name="Google Shape;171;p35"/>
          <p:cNvSpPr txBox="1">
            <a:spLocks noGrp="1"/>
          </p:cNvSpPr>
          <p:nvPr>
            <p:ph type="dt" idx="10"/>
          </p:nvPr>
        </p:nvSpPr>
        <p:spPr>
          <a:xfrm>
            <a:off x="292261" y="4856789"/>
            <a:ext cx="2103000" cy="126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mpaign summary">
  <p:cSld name="Campaign summary">
    <p:spTree>
      <p:nvGrpSpPr>
        <p:cNvPr id="1" name="Shape 172"/>
        <p:cNvGrpSpPr/>
        <p:nvPr/>
      </p:nvGrpSpPr>
      <p:grpSpPr>
        <a:xfrm>
          <a:off x="0" y="0"/>
          <a:ext cx="0" cy="0"/>
          <a:chOff x="0" y="0"/>
          <a:chExt cx="0" cy="0"/>
        </a:xfrm>
      </p:grpSpPr>
      <p:sp>
        <p:nvSpPr>
          <p:cNvPr id="173" name="Google Shape;173;p36"/>
          <p:cNvSpPr txBox="1">
            <a:spLocks noGrp="1"/>
          </p:cNvSpPr>
          <p:nvPr>
            <p:ph type="body" idx="1"/>
          </p:nvPr>
        </p:nvSpPr>
        <p:spPr>
          <a:xfrm>
            <a:off x="540000" y="1080000"/>
            <a:ext cx="61563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74" name="Google Shape;174;p36"/>
          <p:cNvSpPr txBox="1">
            <a:spLocks noGrp="1"/>
          </p:cNvSpPr>
          <p:nvPr>
            <p:ph type="title"/>
          </p:nvPr>
        </p:nvSpPr>
        <p:spPr>
          <a:xfrm>
            <a:off x="540000" y="360000"/>
            <a:ext cx="8064000" cy="288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75" name="Google Shape;175;p36"/>
          <p:cNvSpPr txBox="1">
            <a:spLocks noGrp="1"/>
          </p:cNvSpPr>
          <p:nvPr>
            <p:ph type="subTitle" idx="2"/>
          </p:nvPr>
        </p:nvSpPr>
        <p:spPr>
          <a:xfrm>
            <a:off x="540000" y="648125"/>
            <a:ext cx="8064000" cy="252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Clr>
                <a:schemeClr val="dk1"/>
              </a:buClr>
              <a:buSzPts val="11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
        <p:nvSpPr>
          <p:cNvPr id="176" name="Google Shape;176;p36"/>
          <p:cNvSpPr/>
          <p:nvPr/>
        </p:nvSpPr>
        <p:spPr>
          <a:xfrm>
            <a:off x="6896050" y="1079975"/>
            <a:ext cx="1708200" cy="3467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Montserrat Light"/>
              <a:ea typeface="Montserrat Light"/>
              <a:cs typeface="Montserrat Light"/>
              <a:sym typeface="Montserrat Light"/>
            </a:endParaRPr>
          </a:p>
        </p:txBody>
      </p:sp>
      <p:sp>
        <p:nvSpPr>
          <p:cNvPr id="177" name="Google Shape;177;p36"/>
          <p:cNvSpPr txBox="1">
            <a:spLocks noGrp="1"/>
          </p:cNvSpPr>
          <p:nvPr>
            <p:ph type="body" idx="3"/>
          </p:nvPr>
        </p:nvSpPr>
        <p:spPr>
          <a:xfrm>
            <a:off x="6984550" y="1465500"/>
            <a:ext cx="1531200" cy="29757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1pPr>
            <a:lvl2pPr marL="914400" lvl="1"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2pPr>
            <a:lvl3pPr marL="1371600" lvl="2"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3pPr>
            <a:lvl4pPr marL="1828800" lvl="3"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4pPr>
            <a:lvl5pPr marL="2286000" lvl="4"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5pPr>
            <a:lvl6pPr marL="2743200" lvl="5"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6pPr>
            <a:lvl7pPr marL="3200400" lvl="6"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7pPr>
            <a:lvl8pPr marL="3657600" lvl="7"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8pPr>
            <a:lvl9pPr marL="4114800" lvl="8"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9pPr>
          </a:lstStyle>
          <a:p>
            <a:endParaRPr/>
          </a:p>
        </p:txBody>
      </p:sp>
      <p:sp>
        <p:nvSpPr>
          <p:cNvPr id="178" name="Google Shape;178;p36"/>
          <p:cNvSpPr txBox="1">
            <a:spLocks noGrp="1"/>
          </p:cNvSpPr>
          <p:nvPr>
            <p:ph type="subTitle" idx="4"/>
          </p:nvPr>
        </p:nvSpPr>
        <p:spPr>
          <a:xfrm>
            <a:off x="6984550" y="1192950"/>
            <a:ext cx="1531200" cy="134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with Subtitle">
  <p:cSld name="Title Only with Subtitle">
    <p:spTree>
      <p:nvGrpSpPr>
        <p:cNvPr id="1" name="Shape 179"/>
        <p:cNvGrpSpPr/>
        <p:nvPr/>
      </p:nvGrpSpPr>
      <p:grpSpPr>
        <a:xfrm>
          <a:off x="0" y="0"/>
          <a:ext cx="0" cy="0"/>
          <a:chOff x="0" y="0"/>
          <a:chExt cx="0" cy="0"/>
        </a:xfrm>
      </p:grpSpPr>
      <p:sp>
        <p:nvSpPr>
          <p:cNvPr id="180" name="Google Shape;180;p37"/>
          <p:cNvSpPr txBox="1">
            <a:spLocks noGrp="1"/>
          </p:cNvSpPr>
          <p:nvPr>
            <p:ph type="title"/>
          </p:nvPr>
        </p:nvSpPr>
        <p:spPr>
          <a:xfrm>
            <a:off x="337029" y="233533"/>
            <a:ext cx="8393700" cy="897000"/>
          </a:xfrm>
          <a:prstGeom prst="rect">
            <a:avLst/>
          </a:prstGeom>
          <a:noFill/>
          <a:ln>
            <a:noFill/>
          </a:ln>
        </p:spPr>
        <p:txBody>
          <a:bodyPr spcFirstLastPara="1" wrap="square" lIns="51425" tIns="25700" rIns="51425" bIns="25700" anchor="t" anchorCtr="0">
            <a:noAutofit/>
          </a:bodyPr>
          <a:lstStyle>
            <a:lvl1pPr lvl="0" algn="l">
              <a:lnSpc>
                <a:spcPct val="100000"/>
              </a:lnSpc>
              <a:spcBef>
                <a:spcPts val="0"/>
              </a:spcBef>
              <a:spcAft>
                <a:spcPts val="0"/>
              </a:spcAft>
              <a:buClr>
                <a:schemeClr val="dk1"/>
              </a:buClr>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7"/>
          <p:cNvSpPr txBox="1">
            <a:spLocks noGrp="1"/>
          </p:cNvSpPr>
          <p:nvPr>
            <p:ph type="body" idx="1"/>
          </p:nvPr>
        </p:nvSpPr>
        <p:spPr>
          <a:xfrm>
            <a:off x="336130" y="631589"/>
            <a:ext cx="8396400" cy="270900"/>
          </a:xfrm>
          <a:prstGeom prst="rect">
            <a:avLst/>
          </a:prstGeom>
          <a:noFill/>
          <a:ln>
            <a:noFill/>
          </a:ln>
        </p:spPr>
        <p:txBody>
          <a:bodyPr spcFirstLastPara="1" wrap="square" lIns="51425" tIns="25700" rIns="51425" bIns="25700" anchor="t" anchorCtr="0">
            <a:noAutofit/>
          </a:bodyPr>
          <a:lstStyle>
            <a:lvl1pPr marL="457200" lvl="0" indent="-228600" algn="l">
              <a:lnSpc>
                <a:spcPct val="100000"/>
              </a:lnSpc>
              <a:spcBef>
                <a:spcPts val="300"/>
              </a:spcBef>
              <a:spcAft>
                <a:spcPts val="0"/>
              </a:spcAft>
              <a:buClr>
                <a:schemeClr val="dk1"/>
              </a:buClr>
              <a:buSzPts val="1100"/>
              <a:buFont typeface="Century Gothic"/>
              <a:buNone/>
              <a:defRPr sz="1500"/>
            </a:lvl1pPr>
            <a:lvl2pPr marL="914400" lvl="1" indent="-298450" algn="l">
              <a:lnSpc>
                <a:spcPct val="100000"/>
              </a:lnSpc>
              <a:spcBef>
                <a:spcPts val="500"/>
              </a:spcBef>
              <a:spcAft>
                <a:spcPts val="0"/>
              </a:spcAft>
              <a:buClr>
                <a:schemeClr val="dk1"/>
              </a:buClr>
              <a:buSzPts val="1100"/>
              <a:buChar char="○"/>
              <a:defRPr/>
            </a:lvl2pPr>
            <a:lvl3pPr marL="1371600" lvl="2" indent="-298450" algn="l">
              <a:lnSpc>
                <a:spcPct val="100000"/>
              </a:lnSpc>
              <a:spcBef>
                <a:spcPts val="500"/>
              </a:spcBef>
              <a:spcAft>
                <a:spcPts val="0"/>
              </a:spcAft>
              <a:buClr>
                <a:schemeClr val="dk1"/>
              </a:buClr>
              <a:buSzPts val="1100"/>
              <a:buChar char="■"/>
              <a:defRPr/>
            </a:lvl3pPr>
            <a:lvl4pPr marL="1828800" lvl="3" indent="-298450" algn="l">
              <a:lnSpc>
                <a:spcPct val="100000"/>
              </a:lnSpc>
              <a:spcBef>
                <a:spcPts val="500"/>
              </a:spcBef>
              <a:spcAft>
                <a:spcPts val="0"/>
              </a:spcAft>
              <a:buClr>
                <a:schemeClr val="dk1"/>
              </a:buClr>
              <a:buSzPts val="1100"/>
              <a:buChar char="●"/>
              <a:defRPr/>
            </a:lvl4pPr>
            <a:lvl5pPr marL="2286000" lvl="4" indent="-298450" algn="l">
              <a:lnSpc>
                <a:spcPct val="100000"/>
              </a:lnSpc>
              <a:spcBef>
                <a:spcPts val="500"/>
              </a:spcBef>
              <a:spcAft>
                <a:spcPts val="0"/>
              </a:spcAft>
              <a:buClr>
                <a:schemeClr val="dk1"/>
              </a:buClr>
              <a:buSzPts val="1100"/>
              <a:buChar char="○"/>
              <a:defRPr/>
            </a:lvl5pPr>
            <a:lvl6pPr marL="2743200" lvl="5" indent="-298450" algn="l">
              <a:lnSpc>
                <a:spcPct val="90000"/>
              </a:lnSpc>
              <a:spcBef>
                <a:spcPts val="500"/>
              </a:spcBef>
              <a:spcAft>
                <a:spcPts val="0"/>
              </a:spcAft>
              <a:buClr>
                <a:schemeClr val="dk1"/>
              </a:buClr>
              <a:buSzPts val="1100"/>
              <a:buChar char="■"/>
              <a:defRPr/>
            </a:lvl6pPr>
            <a:lvl7pPr marL="3200400" lvl="6" indent="-298450" algn="l">
              <a:lnSpc>
                <a:spcPct val="90000"/>
              </a:lnSpc>
              <a:spcBef>
                <a:spcPts val="400"/>
              </a:spcBef>
              <a:spcAft>
                <a:spcPts val="0"/>
              </a:spcAft>
              <a:buClr>
                <a:schemeClr val="dk1"/>
              </a:buClr>
              <a:buSzPts val="1100"/>
              <a:buChar char="●"/>
              <a:defRPr/>
            </a:lvl7pPr>
            <a:lvl8pPr marL="3657600" lvl="7" indent="-298450" algn="l">
              <a:lnSpc>
                <a:spcPct val="90000"/>
              </a:lnSpc>
              <a:spcBef>
                <a:spcPts val="400"/>
              </a:spcBef>
              <a:spcAft>
                <a:spcPts val="0"/>
              </a:spcAft>
              <a:buClr>
                <a:schemeClr val="dk1"/>
              </a:buClr>
              <a:buSzPts val="1100"/>
              <a:buChar char="○"/>
              <a:defRPr/>
            </a:lvl8pPr>
            <a:lvl9pPr marL="4114800" lvl="8" indent="-298450" algn="l">
              <a:lnSpc>
                <a:spcPct val="90000"/>
              </a:lnSpc>
              <a:spcBef>
                <a:spcPts val="400"/>
              </a:spcBef>
              <a:spcAft>
                <a:spcPts val="0"/>
              </a:spcAft>
              <a:buClr>
                <a:schemeClr val="dk1"/>
              </a:buClr>
              <a:buSzPts val="11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5) Content - Display other material 1 1">
  <p:cSld name="45) Content - Display other material 1 1">
    <p:spTree>
      <p:nvGrpSpPr>
        <p:cNvPr id="1" name="Shape 182"/>
        <p:cNvGrpSpPr/>
        <p:nvPr/>
      </p:nvGrpSpPr>
      <p:grpSpPr>
        <a:xfrm>
          <a:off x="0" y="0"/>
          <a:ext cx="0" cy="0"/>
          <a:chOff x="0" y="0"/>
          <a:chExt cx="0" cy="0"/>
        </a:xfrm>
      </p:grpSpPr>
      <p:pic>
        <p:nvPicPr>
          <p:cNvPr id="183" name="Google Shape;183;p38"/>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7" y="-905925"/>
            <a:ext cx="999451" cy="2773199"/>
          </a:xfrm>
          <a:prstGeom prst="rect">
            <a:avLst/>
          </a:prstGeom>
          <a:noFill/>
          <a:ln>
            <a:noFill/>
          </a:ln>
        </p:spPr>
      </p:pic>
      <p:sp>
        <p:nvSpPr>
          <p:cNvPr id="184" name="Google Shape;184;p38"/>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8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85" name="Google Shape;185;p38"/>
          <p:cNvSpPr txBox="1">
            <a:spLocks noGrp="1"/>
          </p:cNvSpPr>
          <p:nvPr>
            <p:ph type="title"/>
          </p:nvPr>
        </p:nvSpPr>
        <p:spPr>
          <a:xfrm>
            <a:off x="587225" y="607050"/>
            <a:ext cx="4821600" cy="277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er, subheader, text">
  <p:cSld name="Header, subheader, text">
    <p:spTree>
      <p:nvGrpSpPr>
        <p:cNvPr id="1" name="Shape 186"/>
        <p:cNvGrpSpPr/>
        <p:nvPr/>
      </p:nvGrpSpPr>
      <p:grpSpPr>
        <a:xfrm>
          <a:off x="0" y="0"/>
          <a:ext cx="0" cy="0"/>
          <a:chOff x="0" y="0"/>
          <a:chExt cx="0" cy="0"/>
        </a:xfrm>
      </p:grpSpPr>
      <p:sp>
        <p:nvSpPr>
          <p:cNvPr id="187" name="Google Shape;187;p39"/>
          <p:cNvSpPr txBox="1">
            <a:spLocks noGrp="1"/>
          </p:cNvSpPr>
          <p:nvPr>
            <p:ph type="body" idx="1"/>
          </p:nvPr>
        </p:nvSpPr>
        <p:spPr>
          <a:xfrm>
            <a:off x="540000" y="1080000"/>
            <a:ext cx="80640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88" name="Google Shape;188;p39"/>
          <p:cNvSpPr txBox="1">
            <a:spLocks noGrp="1"/>
          </p:cNvSpPr>
          <p:nvPr>
            <p:ph type="title"/>
          </p:nvPr>
        </p:nvSpPr>
        <p:spPr>
          <a:xfrm>
            <a:off x="540000" y="360000"/>
            <a:ext cx="8064000" cy="288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89" name="Google Shape;189;p39"/>
          <p:cNvSpPr txBox="1">
            <a:spLocks noGrp="1"/>
          </p:cNvSpPr>
          <p:nvPr>
            <p:ph type="subTitle" idx="2"/>
          </p:nvPr>
        </p:nvSpPr>
        <p:spPr>
          <a:xfrm>
            <a:off x="540000" y="648125"/>
            <a:ext cx="8064000" cy="252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10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emplate - keep it empty 1">
  <p:cSld name="Blank template - keep it empty 1">
    <p:spTree>
      <p:nvGrpSpPr>
        <p:cNvPr id="1" name="Shape 97"/>
        <p:cNvGrpSpPr/>
        <p:nvPr/>
      </p:nvGrpSpPr>
      <p:grpSpPr>
        <a:xfrm>
          <a:off x="0" y="0"/>
          <a:ext cx="0" cy="0"/>
          <a:chOff x="0" y="0"/>
          <a:chExt cx="0" cy="0"/>
        </a:xfrm>
      </p:grpSpPr>
      <p:pic>
        <p:nvPicPr>
          <p:cNvPr id="98" name="Google Shape;98;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47794" y="4853118"/>
            <a:ext cx="229569" cy="229787"/>
          </a:xfrm>
          <a:prstGeom prst="rect">
            <a:avLst/>
          </a:prstGeom>
          <a:noFill/>
          <a:ln>
            <a:noFill/>
          </a:ln>
        </p:spPr>
      </p:pic>
    </p:spTree>
    <p:extLst>
      <p:ext uri="{BB962C8B-B14F-4D97-AF65-F5344CB8AC3E}">
        <p14:creationId xmlns:p14="http://schemas.microsoft.com/office/powerpoint/2010/main" val="180312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marR="0" lvl="0" algn="l" rtl="0">
              <a:lnSpc>
                <a:spcPct val="100000"/>
              </a:lnSpc>
              <a:spcBef>
                <a:spcPts val="0"/>
              </a:spcBef>
              <a:spcAft>
                <a:spcPts val="0"/>
              </a:spcAft>
              <a:buClr>
                <a:srgbClr val="000000"/>
              </a:buClr>
              <a:buSzPts val="1100"/>
              <a:buFont typeface="Montserrat Medium"/>
              <a:buNone/>
              <a:defRPr sz="1100" b="0" i="0" u="none" strike="noStrike" cap="none">
                <a:solidFill>
                  <a:srgbClr val="000000"/>
                </a:solidFill>
                <a:latin typeface="Montserrat Medium"/>
                <a:ea typeface="Montserrat Medium"/>
                <a:cs typeface="Montserrat Medium"/>
                <a:sym typeface="Montserrat Medium"/>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706450" y="1262075"/>
            <a:ext cx="4556100" cy="2008500"/>
          </a:xfrm>
          <a:prstGeom prst="rect">
            <a:avLst/>
          </a:prstGeom>
          <a:noFill/>
          <a:ln>
            <a:noFill/>
          </a:ln>
        </p:spPr>
        <p:txBody>
          <a:bodyPr spcFirstLastPara="1" wrap="square" lIns="68600" tIns="68600" rIns="68600" bIns="68600" anchor="t" anchorCtr="0">
            <a:noAutofit/>
          </a:bodyPr>
          <a:lstStyle>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 id="2147483680" r:id="rId13"/>
    <p:sldLayoutId id="2147483681" r:id="rId14"/>
    <p:sldLayoutId id="2147483682" r:id="rId15"/>
    <p:sldLayoutId id="2147483683" r:id="rId16"/>
    <p:sldLayoutId id="2147483684" r:id="rId17"/>
    <p:sldLayoutId id="214748372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Ahmed Amine Ben Souayeh</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SUMMARY:
Senior Consultant and Auditor with over 15 years of experience. Security Project Manager and consultant to CISO teams at major corporations with expertise in penetration testing, IT risk management, and security leadership.</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15 years of experience</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r>
              <a:rPr sz="750"/>
              <a:t>Master’s Degree - Telecommunications</a:t>
            </a:r>
          </a:p>
          <a:p>
            <a:r>
              <a:rPr sz="750"/>
              <a:t>National Engineering Degree - Computer Networks and Telecommunications</a:t>
            </a:r>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Network (Cisco)  •  Vulnerability scan  •  SIEM  •  Linux  •  Web testing  •  CVSS scoring  •  Business Continuity Planning  •  IEC 27005 EBIOS  •  COBIT  •  Configuration audits  •  ISMS  •  ITIL  •  ISO 27005  •  Squid  •  PCI/DSS  •  ISO 27001  •  Application testing  •  Hardening  •  ISO 22301  •  Platform Securing  •  Infrastructure Security  •  Antivirus  •  OWASP  •  Risk Management  •  Kerberos  •  Ntop  •  IAM (RSA)  •  CIS Benchmarks  •  Red Hat  •  Penetration Testing  •  Active Directory  •  ISO 27002  •  Nagios  •  OpenLDAP  •  Crisis Management  •  Firewall  •  Solaris  •  BCP/DRP  •  Samba  •  Network testing  •  BIA  •  Audit</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Quanthouse</a:t>
            </a:r>
            <a:endParaRPr lang="fr-FR" sz="825" b="1" dirty="0"/>
          </a:p>
          <a:p>
            <a:pPr marL="128588" indent="-128588">
              <a:buFont typeface="Arial"/>
              <a:buChar char="•"/>
            </a:pPr>
            <a:r>
              <a:rPr sz="800"/>
              <a:t>Gray-box audit of a trading platform</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ANSI (National Cybersecurity Agency)</a:t>
            </a:r>
          </a:p>
          <a:p>
            <a:pPr marL="128588" indent="-128588">
              <a:buFont typeface="Arial"/>
              <a:buChar char="•"/>
            </a:pPr>
            <a:r>
              <a:rPr sz="800"/>
              <a:t>Implementation of security solutions based on open-source products</a:t>
            </a:r>
          </a:p>
          <a:p>
            <a:pPr marL="128588" indent="-128588">
              <a:buFont typeface="Arial"/>
              <a:buChar char="•"/>
            </a:pPr>
            <a:r>
              <a:rPr sz="800"/>
              <a:t>Implementation of a security monitoring system for TunCERT based on open-source tools</a:t>
            </a:r>
          </a:p>
          <a:p>
            <a:pPr marL="128588" indent="-128588">
              <a:buFont typeface="Arial"/>
              <a:buChar char="•"/>
            </a:pPr>
            <a:r>
              <a:rPr sz="800"/>
              <a:t>Drafting of monitoring procedures on behalf of ANSI</a:t>
            </a:r>
          </a:p>
          <a:p>
            <a:pPr marL="128588" indent="-128588">
              <a:buFont typeface="Arial"/>
              <a:buChar char="•"/>
            </a:pPr>
            <a:r>
              <a:rPr sz="800"/>
              <a:t>Participated in the implementation of several network architectures for public agencies based on open-source solutions (OpenLDAP, Nagios, Ntop, Squid, etc.)</a:t>
            </a:r>
          </a:p>
          <a:p>
            <a:pPr marL="128588" indent="-128588">
              <a:buFont typeface="Arial"/>
              <a:buChar char="•"/>
            </a:pPr>
            <a:r>
              <a:rPr sz="800"/>
              <a:t>Conducted penetration testing on several environments of high national criticality</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Bouyer le Roux</a:t>
            </a:r>
          </a:p>
          <a:p>
            <a:pPr marL="128588" indent="-128588">
              <a:buFont typeface="Arial"/>
              <a:buChar char="•"/>
            </a:pPr>
            <a:r>
              <a:rPr sz="800"/>
              <a:t>Penetration testing</a:t>
            </a: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Ahmed Amine Ben Souayeh</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Sabria Jeribi</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SUMMARY:
With seven years of experience in IT consulting and project management, I have been involved in numerous projects across various sectors (SMEs, banks, manufacturing, government agencies, public institutions, etc.). I possess the expertise needed to support businesses and public institutions on their digital transformation journey.</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7 years of experience</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IT Consultant</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r>
              <a:rPr sz="750"/>
              <a:t>Bachelor of Science - Industrial Engineering - Polytechnique Internationale (2018)</a:t>
            </a:r>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Data Analysis  •  Communication &amp; Collaboration  •  IT Strategy  •  IT Governance  •  Process Improvement  •  Project Management  •  Project Committee Leadership  •  Agile  •  Agile Scrum  •  UML  •  Bizagi  •  Draw.io  •  BPMN  •  Power BI  •  JIRA  •  Trello  •  MS Project  •  Mantis</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Société Tunisienne de Banque (STB) | IT Consultant :</a:t>
            </a:r>
            <a:endParaRPr lang="fr-FR" sz="825" b="1" dirty="0"/>
          </a:p>
          <a:p>
            <a:pPr marL="128588" indent="-128588">
              <a:buFont typeface="Arial"/>
              <a:buChar char="•"/>
            </a:pPr>
            <a:r>
              <a:rPr sz="800"/>
              <a:t>Assessment of IT processes, identification and prioritization of processes in line with the bank’s strategic orientations, analysis of the maturity of targeted processes and identification of improvement levers</a:t>
            </a:r>
          </a:p>
          <a:p>
            <a:pPr marL="128588" indent="-128588">
              <a:buFont typeface="Arial"/>
              <a:buChar char="•"/>
            </a:pPr>
            <a:r>
              <a:rPr sz="800"/>
              <a:t>Formalization and modeling of processes, design and modeling of critical IT processes in compliance with ISO 9001 standards using UML to ensure clarity and consistency, development of an IT procedures manual, structuring…</a:t>
            </a:r>
          </a:p>
          <a:p>
            <a:pPr marL="128588" indent="-128588">
              <a:buFont typeface="Arial"/>
              <a:buChar char="•"/>
            </a:pPr>
            <a:r>
              <a:rPr sz="800"/>
              <a:t>Support for teams in the adoption and operationalization of the new IT processes, change management with stakeholders to facilitate ownership of the formalized practices, monitoring of process adoption and formulation of…</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BTK Bank | IT Consultant :</a:t>
            </a:r>
          </a:p>
          <a:p>
            <a:pPr marL="128588" indent="-128588">
              <a:buFont typeface="Arial"/>
              <a:buChar char="•"/>
            </a:pPr>
            <a:r>
              <a:rPr sz="800"/>
              <a:t>Diagnosis and audit of the current state by functional domain, assessment of the IT department's organization and IT governance</a:t>
            </a:r>
          </a:p>
          <a:p>
            <a:pPr marL="128588" indent="-128588">
              <a:buFont typeface="Arial"/>
              <a:buChar char="•"/>
            </a:pPr>
            <a:r>
              <a:rPr sz="800"/>
              <a:t>Definition of the target IT system, proposal, analysis, and comparison of possible IT evolution scenarios by functional domain, recommendations and action plan</a:t>
            </a:r>
          </a:p>
          <a:p>
            <a:pPr marL="128588" indent="-128588">
              <a:buFont typeface="Arial"/>
              <a:buChar char="•"/>
            </a:pPr>
            <a:r>
              <a:rPr sz="800"/>
              <a:t>Definition of the target IT department organization requirements, development of the IT roadmap, preparation of project sheets, definition of the governance framework for the implementation of the roadmap</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Sabria Jeribi</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IT Consultant</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Sirine Baklouti</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SUMMARY:
I am an IT Consultant specialized in Digital Transformation and Advisory. I support companies in optimizing their information systems by offering tailored solutions aligned with their strategic challenges. With expertise in Agile methodologies applied to IT projects, I contribute to large-scale initiatives for international groups. My experience in Enterprise Performance Management (EPM), particularly with Anaplan, enables me to enhance performance management and financial planning. My goal is to merge technological innovation with business strategy to strengthen companies' efficiency and competitiveness.</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Digitization of the Certificate of Residence</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r>
              <a:rPr sz="750"/>
              <a:t>Master’s Degree (M2) - Computer Science and Applied Mathematics for Finance and Insurance (IMAFA) - Polytech Nice Sophia (2022)</a:t>
            </a:r>
          </a:p>
          <a:p>
            <a:r>
              <a:rPr sz="750"/>
              <a:t>National Diploma in Computer Engineering - Financial Computing - ESPRIT (2022)</a:t>
            </a:r>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Anaplan  •  Agile Scrum  •  JIRA  •  Trello  •  SAP S/4HANA  •  ERP  •  Data Analysis  •  Microsoft Office Suite</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Ministry of the Interior | Digitization of the Certificate of Residence :</a:t>
            </a:r>
            <a:endParaRPr lang="fr-FR" sz="825" b="1" dirty="0"/>
          </a:p>
          <a:p>
            <a:pPr marL="128588" indent="-128588">
              <a:buFont typeface="Arial"/>
              <a:buChar char="•"/>
            </a:pPr>
            <a:r>
              <a:rPr sz="800"/>
              <a:t>Gathering requirements, facilitating design workshops, and modeling business processes.</a:t>
            </a:r>
          </a:p>
          <a:p>
            <a:pPr marL="128588" indent="-128588">
              <a:buFont typeface="Arial"/>
              <a:buChar char="•"/>
            </a:pPr>
            <a:r>
              <a:rPr sz="800"/>
              <a:t>Defining interoperability mechanisms with national platforms and drafting functional specifications.</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La Poste Tunisienne | Project Management Support (AMOA) for the implementation of an ERP (SAP) :</a:t>
            </a:r>
          </a:p>
          <a:p>
            <a:pPr marL="128588" indent="-128588">
              <a:buFont typeface="Arial"/>
              <a:buChar char="•"/>
            </a:pPr>
            <a:r>
              <a:rPr sz="800"/>
              <a:t>Contributed to the establishment of the Master Data Team; defined rules for creation, modification, and validation of data; and developed forms for items, products, and services.</a:t>
            </a:r>
          </a:p>
          <a:p>
            <a:pPr marL="128588" indent="-128588">
              <a:buFont typeface="Arial"/>
              <a:buChar char="•"/>
            </a:pPr>
            <a:r>
              <a:rPr sz="800"/>
              <a:t>Identified management rules and coordinated with business teams to ensure data quality and consistency.</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La Poste Tunisienne | Project Management Support (AMOA) for the implementation of an ERP system (SAP) :</a:t>
            </a:r>
          </a:p>
          <a:p>
            <a:pPr marL="128588" indent="-128588">
              <a:buFont typeface="Arial"/>
              <a:buChar char="•"/>
            </a:pPr>
            <a:r>
              <a:rPr sz="800"/>
              <a:t>Organizing workshops, defining target processes, and drafting detailed functional specifications.</a:t>
            </a:r>
          </a:p>
          <a:p>
            <a:pPr marL="128588" indent="-128588">
              <a:buFont typeface="Arial"/>
              <a:buChar char="•"/>
            </a:pPr>
            <a:r>
              <a:rPr sz="800"/>
              <a:t>Managing data migration templates, defining configuration data, developing acceptance test plans, and reporting defects.</a:t>
            </a:r>
          </a:p>
          <a:p>
            <a:pPr marL="128588" indent="-128588">
              <a:buFont typeface="Arial"/>
              <a:buChar char="•"/>
            </a:pPr>
            <a:r>
              <a:rPr sz="800"/>
              <a:t>Defining KPIs, BI reporting models, CRM segmentation rules, and validating integration with the ERP.</a:t>
            </a: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Sirine Baklouti</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Digitization of the Certificate of Residence</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TotalTime>
  <Words>744</Words>
  <Application>Microsoft Office PowerPoint</Application>
  <PresentationFormat>Affichage à l'écran (16:9)</PresentationFormat>
  <Paragraphs>68</Paragraphs>
  <Slides>2</Slides>
  <Notes>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vt:i4>
      </vt:variant>
    </vt:vector>
  </HeadingPairs>
  <TitlesOfParts>
    <vt:vector size="11" baseType="lpstr">
      <vt:lpstr>Montserrat Medium</vt:lpstr>
      <vt:lpstr>Montserrat Light</vt:lpstr>
      <vt:lpstr>Verdana</vt:lpstr>
      <vt:lpstr>Arial</vt:lpstr>
      <vt:lpstr>Montserrat</vt:lpstr>
      <vt:lpstr>Montserrat SemiBold</vt:lpstr>
      <vt:lpstr>Century Gothic</vt:lpstr>
      <vt:lpstr>Simple Light</vt:lpstr>
      <vt:lpstr>Simple Light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BEN AYED</dc:creator>
  <cp:lastModifiedBy>Fatèn TAGHOUTI</cp:lastModifiedBy>
  <cp:revision>127</cp:revision>
  <dcterms:modified xsi:type="dcterms:W3CDTF">2026-08-11T12:54:42Z</dcterms:modified>
</cp:coreProperties>
</file>