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14" r:id="rId1"/>
    <p:sldMasterId id="2147483715" r:id="rId2"/>
  </p:sldMasterIdLst>
  <p:notesMasterIdLst>
    <p:notesMasterId r:id="rId5"/>
  </p:notesMasterIdLst>
  <p:sldIdLst>
    <p:sldId id="307" r:id="rId3"/>
    <p:sldId id="308" r:id="rId4"/>
  </p:sldIdLst>
  <p:sldSz cx="9144000" cy="5143500" type="screen16x9"/>
  <p:notesSz cx="6858000" cy="9144000"/>
  <p:embeddedFontLst>
    <p:embeddedFont>
      <p:font typeface="Century Gothic" panose="020B0502020202020204" pitchFamily="34" charset="0"/>
      <p:regular r:id="rId6"/>
      <p:bold r:id="rId7"/>
      <p:italic r:id="rId8"/>
      <p:boldItalic r:id="rId9"/>
    </p:embeddedFont>
    <p:embeddedFont>
      <p:font typeface="Montserrat" panose="00000500000000000000" pitchFamily="2" charset="0"/>
      <p:regular r:id="rId10"/>
      <p:bold r:id="rId11"/>
      <p:italic r:id="rId12"/>
      <p:boldItalic r:id="rId13"/>
    </p:embeddedFont>
    <p:embeddedFont>
      <p:font typeface="Montserrat Light" panose="00000400000000000000" pitchFamily="2" charset="0"/>
      <p:regular r:id="rId14"/>
      <p:bold r:id="rId15"/>
      <p:italic r:id="rId16"/>
      <p:boldItalic r:id="rId17"/>
    </p:embeddedFont>
    <p:embeddedFont>
      <p:font typeface="Montserrat Medium" panose="00000600000000000000" pitchFamily="2" charset="0"/>
      <p:regular r:id="rId18"/>
      <p:bold r:id="rId19"/>
      <p:italic r:id="rId20"/>
      <p:boldItalic r:id="rId21"/>
    </p:embeddedFont>
    <p:embeddedFont>
      <p:font typeface="Montserrat SemiBold" panose="00000700000000000000" pitchFamily="2" charset="0"/>
      <p:regular r:id="rId22"/>
      <p:bold r:id="rId23"/>
      <p:italic r:id="rId24"/>
      <p:boldItalic r:id="rId25"/>
    </p:embeddedFont>
    <p:embeddedFont>
      <p:font typeface="Verdana" panose="020B0604030504040204" pitchFamily="34"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196" autoAdjust="0"/>
  </p:normalViewPr>
  <p:slideViewPr>
    <p:cSldViewPr snapToGrid="0">
      <p:cViewPr varScale="1">
        <p:scale>
          <a:sx n="102" d="100"/>
          <a:sy n="102" d="100"/>
        </p:scale>
        <p:origin x="1589" y="6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notesMaster" Target="notesMasters/notesMaster1.xml"/><Relationship Id="rId6" Type="http://schemas.openxmlformats.org/officeDocument/2006/relationships/font" Target="fonts/font1.fntdata"/><Relationship Id="rId7" Type="http://schemas.openxmlformats.org/officeDocument/2006/relationships/font" Target="fonts/font2.fntdata"/><Relationship Id="rId8" Type="http://schemas.openxmlformats.org/officeDocument/2006/relationships/font" Target="fonts/font3.fntdata"/><Relationship Id="rId9" Type="http://schemas.openxmlformats.org/officeDocument/2006/relationships/font" Target="fonts/font4.fntdata"/><Relationship Id="rId10" Type="http://schemas.openxmlformats.org/officeDocument/2006/relationships/font" Target="fonts/font5.fntdata"/><Relationship Id="rId11" Type="http://schemas.openxmlformats.org/officeDocument/2006/relationships/font" Target="fonts/font6.fntdata"/><Relationship Id="rId12" Type="http://schemas.openxmlformats.org/officeDocument/2006/relationships/font" Target="fonts/font7.fntdata"/><Relationship Id="rId13" Type="http://schemas.openxmlformats.org/officeDocument/2006/relationships/font" Target="fonts/font8.fntdata"/><Relationship Id="rId14" Type="http://schemas.openxmlformats.org/officeDocument/2006/relationships/font" Target="fonts/font9.fntdata"/><Relationship Id="rId15" Type="http://schemas.openxmlformats.org/officeDocument/2006/relationships/font" Target="fonts/font10.fntdata"/><Relationship Id="rId16" Type="http://schemas.openxmlformats.org/officeDocument/2006/relationships/font" Target="fonts/font11.fntdata"/><Relationship Id="rId17" Type="http://schemas.openxmlformats.org/officeDocument/2006/relationships/font" Target="fonts/font12.fntdata"/><Relationship Id="rId18" Type="http://schemas.openxmlformats.org/officeDocument/2006/relationships/font" Target="fonts/font13.fntdata"/><Relationship Id="rId19" Type="http://schemas.openxmlformats.org/officeDocument/2006/relationships/font" Target="fonts/font14.fntdata"/><Relationship Id="rId20" Type="http://schemas.openxmlformats.org/officeDocument/2006/relationships/font" Target="fonts/font15.fntdata"/><Relationship Id="rId21" Type="http://schemas.openxmlformats.org/officeDocument/2006/relationships/font" Target="fonts/font16.fntdata"/><Relationship Id="rId22" Type="http://schemas.openxmlformats.org/officeDocument/2006/relationships/font" Target="fonts/font17.fntdata"/><Relationship Id="rId23" Type="http://schemas.openxmlformats.org/officeDocument/2006/relationships/font" Target="fonts/font18.fntdata"/><Relationship Id="rId24" Type="http://schemas.openxmlformats.org/officeDocument/2006/relationships/font" Target="fonts/font19.fntdata"/><Relationship Id="rId25" Type="http://schemas.openxmlformats.org/officeDocument/2006/relationships/font" Target="fonts/font20.fntdata"/><Relationship Id="rId26" Type="http://schemas.openxmlformats.org/officeDocument/2006/relationships/font" Target="fonts/font21.fntdata"/><Relationship Id="rId27" Type="http://schemas.openxmlformats.org/officeDocument/2006/relationships/font" Target="fonts/font22.fntdata"/><Relationship Id="rId28" Type="http://schemas.openxmlformats.org/officeDocument/2006/relationships/font" Target="fonts/font23.fntdata"/><Relationship Id="rId29" Type="http://schemas.openxmlformats.org/officeDocument/2006/relationships/font" Target="fonts/font24.fntdata"/><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fr-FR"/>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a:extLst>
            <a:ext uri="{FF2B5EF4-FFF2-40B4-BE49-F238E27FC236}">
              <a16:creationId xmlns:a16="http://schemas.microsoft.com/office/drawing/2014/main" id="{924A6FFB-6134-EF9E-6A7E-C503253867FC}"/>
            </a:ext>
          </a:extLst>
        </p:cNvPr>
        <p:cNvGrpSpPr/>
        <p:nvPr/>
      </p:nvGrpSpPr>
      <p:grpSpPr>
        <a:xfrm>
          <a:off x="0" y="0"/>
          <a:ext cx="0" cy="0"/>
          <a:chOff x="0" y="0"/>
          <a:chExt cx="0" cy="0"/>
        </a:xfrm>
      </p:grpSpPr>
      <p:sp>
        <p:nvSpPr>
          <p:cNvPr id="865" name="Google Shape;865;g3f517f0088e_2_695:notes">
            <a:extLst>
              <a:ext uri="{FF2B5EF4-FFF2-40B4-BE49-F238E27FC236}">
                <a16:creationId xmlns:a16="http://schemas.microsoft.com/office/drawing/2014/main" id="{DAD1A018-DF5F-ECE4-5E64-5D72F18321E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66" name="Google Shape;866;g3f517f0088e_2_695:notes">
            <a:extLst>
              <a:ext uri="{FF2B5EF4-FFF2-40B4-BE49-F238E27FC236}">
                <a16:creationId xmlns:a16="http://schemas.microsoft.com/office/drawing/2014/main" id="{1C3BA472-989D-3C5B-BC1A-C377FF6937F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4679336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 Id="rId3"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emplate - keep it empty">
  <p:cSld name="Blank template - keep it empty">
    <p:spTree>
      <p:nvGrpSpPr>
        <p:cNvPr id="1" name="Shape 99"/>
        <p:cNvGrpSpPr/>
        <p:nvPr/>
      </p:nvGrpSpPr>
      <p:grpSpPr>
        <a:xfrm>
          <a:off x="0" y="0"/>
          <a:ext cx="0" cy="0"/>
          <a:chOff x="0" y="0"/>
          <a:chExt cx="0" cy="0"/>
        </a:xfrm>
      </p:grpSpPr>
      <p:sp>
        <p:nvSpPr>
          <p:cNvPr id="100" name="Google Shape;100;p21"/>
          <p:cNvSpPr txBox="1">
            <a:spLocks noGrp="1"/>
          </p:cNvSpPr>
          <p:nvPr>
            <p:ph type="sldNum" idx="12"/>
          </p:nvPr>
        </p:nvSpPr>
        <p:spPr>
          <a:xfrm>
            <a:off x="8556775" y="4861575"/>
            <a:ext cx="587100" cy="145200"/>
          </a:xfrm>
          <a:prstGeom prst="rect">
            <a:avLst/>
          </a:prstGeom>
          <a:noFill/>
          <a:ln>
            <a:noFill/>
          </a:ln>
        </p:spPr>
        <p:txBody>
          <a:bodyPr spcFirstLastPara="1" wrap="square" lIns="68575" tIns="68575" rIns="68575" bIns="68575" anchor="t" anchorCtr="0">
            <a:noAutofit/>
          </a:bodyPr>
          <a:lstStyle>
            <a:lvl1pPr marL="0" marR="0" lvl="0" indent="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44) Content - One title and extra long text">
  <p:cSld name="44) Content - One title and extra long text">
    <p:spTree>
      <p:nvGrpSpPr>
        <p:cNvPr id="1" name="Shape 101"/>
        <p:cNvGrpSpPr/>
        <p:nvPr/>
      </p:nvGrpSpPr>
      <p:grpSpPr>
        <a:xfrm>
          <a:off x="0" y="0"/>
          <a:ext cx="0" cy="0"/>
          <a:chOff x="0" y="0"/>
          <a:chExt cx="0" cy="0"/>
        </a:xfrm>
      </p:grpSpPr>
      <p:sp>
        <p:nvSpPr>
          <p:cNvPr id="102" name="Google Shape;102;p22"/>
          <p:cNvSpPr txBox="1">
            <a:spLocks noGrp="1"/>
          </p:cNvSpPr>
          <p:nvPr>
            <p:ph type="subTitle" idx="1"/>
          </p:nvPr>
        </p:nvSpPr>
        <p:spPr>
          <a:xfrm>
            <a:off x="587225" y="1165925"/>
            <a:ext cx="3324300" cy="1539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rgbClr val="3C3C3A"/>
              </a:buClr>
              <a:buSzPts val="500"/>
              <a:buFont typeface="Montserrat"/>
              <a:buNone/>
              <a:defRPr sz="1000" b="1">
                <a:solidFill>
                  <a:srgbClr val="3C3C3A"/>
                </a:solidFill>
                <a:latin typeface="Montserrat"/>
                <a:ea typeface="Montserrat"/>
                <a:cs typeface="Montserrat"/>
                <a:sym typeface="Montserrat"/>
              </a:defRPr>
            </a:lvl1pPr>
            <a:lvl2pPr lvl="1" algn="l">
              <a:lnSpc>
                <a:spcPct val="100000"/>
              </a:lnSpc>
              <a:spcBef>
                <a:spcPts val="0"/>
              </a:spcBef>
              <a:spcAft>
                <a:spcPts val="0"/>
              </a:spcAft>
              <a:buSzPts val="500"/>
              <a:buFont typeface="Montserrat"/>
              <a:buNone/>
              <a:defRPr sz="1000" b="1">
                <a:latin typeface="Montserrat"/>
                <a:ea typeface="Montserrat"/>
                <a:cs typeface="Montserrat"/>
                <a:sym typeface="Montserrat"/>
              </a:defRPr>
            </a:lvl2pPr>
            <a:lvl3pPr lvl="2" algn="l">
              <a:lnSpc>
                <a:spcPct val="100000"/>
              </a:lnSpc>
              <a:spcBef>
                <a:spcPts val="0"/>
              </a:spcBef>
              <a:spcAft>
                <a:spcPts val="0"/>
              </a:spcAft>
              <a:buSzPts val="500"/>
              <a:buFont typeface="Montserrat"/>
              <a:buNone/>
              <a:defRPr sz="1000" b="1">
                <a:latin typeface="Montserrat"/>
                <a:ea typeface="Montserrat"/>
                <a:cs typeface="Montserrat"/>
                <a:sym typeface="Montserrat"/>
              </a:defRPr>
            </a:lvl3pPr>
            <a:lvl4pPr lvl="3" algn="l">
              <a:lnSpc>
                <a:spcPct val="100000"/>
              </a:lnSpc>
              <a:spcBef>
                <a:spcPts val="0"/>
              </a:spcBef>
              <a:spcAft>
                <a:spcPts val="0"/>
              </a:spcAft>
              <a:buSzPts val="500"/>
              <a:buFont typeface="Montserrat"/>
              <a:buNone/>
              <a:defRPr sz="1000" b="1">
                <a:latin typeface="Montserrat"/>
                <a:ea typeface="Montserrat"/>
                <a:cs typeface="Montserrat"/>
                <a:sym typeface="Montserrat"/>
              </a:defRPr>
            </a:lvl4pPr>
            <a:lvl5pPr lvl="4" algn="l">
              <a:lnSpc>
                <a:spcPct val="100000"/>
              </a:lnSpc>
              <a:spcBef>
                <a:spcPts val="0"/>
              </a:spcBef>
              <a:spcAft>
                <a:spcPts val="0"/>
              </a:spcAft>
              <a:buSzPts val="500"/>
              <a:buFont typeface="Montserrat"/>
              <a:buNone/>
              <a:defRPr sz="1000" b="1">
                <a:latin typeface="Montserrat"/>
                <a:ea typeface="Montserrat"/>
                <a:cs typeface="Montserrat"/>
                <a:sym typeface="Montserrat"/>
              </a:defRPr>
            </a:lvl5pPr>
            <a:lvl6pPr lvl="5" algn="l">
              <a:lnSpc>
                <a:spcPct val="100000"/>
              </a:lnSpc>
              <a:spcBef>
                <a:spcPts val="0"/>
              </a:spcBef>
              <a:spcAft>
                <a:spcPts val="0"/>
              </a:spcAft>
              <a:buSzPts val="500"/>
              <a:buFont typeface="Montserrat"/>
              <a:buNone/>
              <a:defRPr sz="1000" b="1">
                <a:latin typeface="Montserrat"/>
                <a:ea typeface="Montserrat"/>
                <a:cs typeface="Montserrat"/>
                <a:sym typeface="Montserrat"/>
              </a:defRPr>
            </a:lvl6pPr>
            <a:lvl7pPr lvl="6" algn="l">
              <a:lnSpc>
                <a:spcPct val="100000"/>
              </a:lnSpc>
              <a:spcBef>
                <a:spcPts val="0"/>
              </a:spcBef>
              <a:spcAft>
                <a:spcPts val="0"/>
              </a:spcAft>
              <a:buSzPts val="500"/>
              <a:buFont typeface="Montserrat"/>
              <a:buNone/>
              <a:defRPr sz="1000" b="1">
                <a:latin typeface="Montserrat"/>
                <a:ea typeface="Montserrat"/>
                <a:cs typeface="Montserrat"/>
                <a:sym typeface="Montserrat"/>
              </a:defRPr>
            </a:lvl7pPr>
            <a:lvl8pPr lvl="7" algn="l">
              <a:lnSpc>
                <a:spcPct val="100000"/>
              </a:lnSpc>
              <a:spcBef>
                <a:spcPts val="0"/>
              </a:spcBef>
              <a:spcAft>
                <a:spcPts val="0"/>
              </a:spcAft>
              <a:buSzPts val="500"/>
              <a:buFont typeface="Montserrat"/>
              <a:buNone/>
              <a:defRPr sz="1000" b="1">
                <a:latin typeface="Montserrat"/>
                <a:ea typeface="Montserrat"/>
                <a:cs typeface="Montserrat"/>
                <a:sym typeface="Montserrat"/>
              </a:defRPr>
            </a:lvl8pPr>
            <a:lvl9pPr lvl="8" algn="l">
              <a:lnSpc>
                <a:spcPct val="100000"/>
              </a:lnSpc>
              <a:spcBef>
                <a:spcPts val="0"/>
              </a:spcBef>
              <a:spcAft>
                <a:spcPts val="0"/>
              </a:spcAft>
              <a:buSzPts val="500"/>
              <a:buFont typeface="Montserrat"/>
              <a:buNone/>
              <a:defRPr sz="1000" b="1">
                <a:latin typeface="Montserrat"/>
                <a:ea typeface="Montserrat"/>
                <a:cs typeface="Montserrat"/>
                <a:sym typeface="Montserrat"/>
              </a:defRPr>
            </a:lvl9pPr>
          </a:lstStyle>
          <a:p>
            <a:endParaRPr/>
          </a:p>
        </p:txBody>
      </p:sp>
      <p:sp>
        <p:nvSpPr>
          <p:cNvPr id="103" name="Google Shape;103;p22"/>
          <p:cNvSpPr txBox="1">
            <a:spLocks noGrp="1"/>
          </p:cNvSpPr>
          <p:nvPr>
            <p:ph type="body" idx="2"/>
          </p:nvPr>
        </p:nvSpPr>
        <p:spPr>
          <a:xfrm>
            <a:off x="587225" y="1506375"/>
            <a:ext cx="7885200" cy="2941500"/>
          </a:xfrm>
          <a:prstGeom prst="rect">
            <a:avLst/>
          </a:prstGeom>
          <a:noFill/>
          <a:ln>
            <a:noFill/>
          </a:ln>
        </p:spPr>
        <p:txBody>
          <a:bodyPr spcFirstLastPara="1" wrap="square" lIns="0" tIns="0" rIns="0" bIns="0" anchor="t" anchorCtr="0">
            <a:noAutofit/>
          </a:bodyPr>
          <a:lstStyle>
            <a:lvl1pPr marL="457200" lvl="0" indent="-260350" algn="l">
              <a:lnSpc>
                <a:spcPct val="100000"/>
              </a:lnSpc>
              <a:spcBef>
                <a:spcPts val="0"/>
              </a:spcBef>
              <a:spcAft>
                <a:spcPts val="0"/>
              </a:spcAft>
              <a:buClr>
                <a:srgbClr val="3C3C3A"/>
              </a:buClr>
              <a:buSzPts val="500"/>
              <a:buFont typeface="Montserrat Light"/>
              <a:buChar char="●"/>
              <a:defRPr sz="1000">
                <a:solidFill>
                  <a:srgbClr val="3C3C3A"/>
                </a:solidFill>
                <a:latin typeface="Montserrat Light"/>
                <a:ea typeface="Montserrat Light"/>
                <a:cs typeface="Montserrat Light"/>
                <a:sym typeface="Montserrat Light"/>
              </a:defRPr>
            </a:lvl1pPr>
            <a:lvl2pPr marL="914400" lvl="1" indent="-260350" algn="l">
              <a:lnSpc>
                <a:spcPct val="100000"/>
              </a:lnSpc>
              <a:spcBef>
                <a:spcPts val="0"/>
              </a:spcBef>
              <a:spcAft>
                <a:spcPts val="0"/>
              </a:spcAft>
              <a:buClr>
                <a:srgbClr val="3C3C3A"/>
              </a:buClr>
              <a:buSzPts val="500"/>
              <a:buFont typeface="Montserrat Light"/>
              <a:buChar char="○"/>
              <a:defRPr sz="1000">
                <a:solidFill>
                  <a:srgbClr val="3C3C3A"/>
                </a:solidFill>
                <a:latin typeface="Montserrat Light"/>
                <a:ea typeface="Montserrat Light"/>
                <a:cs typeface="Montserrat Light"/>
                <a:sym typeface="Montserrat Light"/>
              </a:defRPr>
            </a:lvl2pPr>
            <a:lvl3pPr marL="1371600" lvl="2" indent="-260350" algn="l">
              <a:lnSpc>
                <a:spcPct val="100000"/>
              </a:lnSpc>
              <a:spcBef>
                <a:spcPts val="0"/>
              </a:spcBef>
              <a:spcAft>
                <a:spcPts val="0"/>
              </a:spcAft>
              <a:buClr>
                <a:srgbClr val="3C3C3A"/>
              </a:buClr>
              <a:buSzPts val="500"/>
              <a:buFont typeface="Montserrat Light"/>
              <a:buChar char="■"/>
              <a:defRPr sz="1000">
                <a:solidFill>
                  <a:srgbClr val="3C3C3A"/>
                </a:solidFill>
                <a:latin typeface="Montserrat Light"/>
                <a:ea typeface="Montserrat Light"/>
                <a:cs typeface="Montserrat Light"/>
                <a:sym typeface="Montserrat Light"/>
              </a:defRPr>
            </a:lvl3pPr>
            <a:lvl4pPr marL="1828800" lvl="3" indent="-260350" algn="l">
              <a:lnSpc>
                <a:spcPct val="100000"/>
              </a:lnSpc>
              <a:spcBef>
                <a:spcPts val="0"/>
              </a:spcBef>
              <a:spcAft>
                <a:spcPts val="0"/>
              </a:spcAft>
              <a:buClr>
                <a:srgbClr val="3C3C3A"/>
              </a:buClr>
              <a:buSzPts val="500"/>
              <a:buFont typeface="Montserrat Light"/>
              <a:buChar char="●"/>
              <a:defRPr sz="1000">
                <a:solidFill>
                  <a:srgbClr val="3C3C3A"/>
                </a:solidFill>
                <a:latin typeface="Montserrat Light"/>
                <a:ea typeface="Montserrat Light"/>
                <a:cs typeface="Montserrat Light"/>
                <a:sym typeface="Montserrat Light"/>
              </a:defRPr>
            </a:lvl4pPr>
            <a:lvl5pPr marL="2286000" lvl="4" indent="-260350" algn="l">
              <a:lnSpc>
                <a:spcPct val="100000"/>
              </a:lnSpc>
              <a:spcBef>
                <a:spcPts val="0"/>
              </a:spcBef>
              <a:spcAft>
                <a:spcPts val="0"/>
              </a:spcAft>
              <a:buClr>
                <a:srgbClr val="3C3C3A"/>
              </a:buClr>
              <a:buSzPts val="500"/>
              <a:buFont typeface="Montserrat Light"/>
              <a:buChar char="○"/>
              <a:defRPr sz="1000">
                <a:solidFill>
                  <a:srgbClr val="3C3C3A"/>
                </a:solidFill>
                <a:latin typeface="Montserrat Light"/>
                <a:ea typeface="Montserrat Light"/>
                <a:cs typeface="Montserrat Light"/>
                <a:sym typeface="Montserrat Light"/>
              </a:defRPr>
            </a:lvl5pPr>
            <a:lvl6pPr marL="2743200" lvl="5" indent="-260350" algn="l">
              <a:lnSpc>
                <a:spcPct val="100000"/>
              </a:lnSpc>
              <a:spcBef>
                <a:spcPts val="0"/>
              </a:spcBef>
              <a:spcAft>
                <a:spcPts val="0"/>
              </a:spcAft>
              <a:buClr>
                <a:srgbClr val="3C3C3A"/>
              </a:buClr>
              <a:buSzPts val="500"/>
              <a:buFont typeface="Montserrat Light"/>
              <a:buChar char="■"/>
              <a:defRPr sz="1000">
                <a:solidFill>
                  <a:srgbClr val="3C3C3A"/>
                </a:solidFill>
                <a:latin typeface="Montserrat Light"/>
                <a:ea typeface="Montserrat Light"/>
                <a:cs typeface="Montserrat Light"/>
                <a:sym typeface="Montserrat Light"/>
              </a:defRPr>
            </a:lvl6pPr>
            <a:lvl7pPr marL="3200400" lvl="6" indent="-260350" algn="l">
              <a:lnSpc>
                <a:spcPct val="100000"/>
              </a:lnSpc>
              <a:spcBef>
                <a:spcPts val="0"/>
              </a:spcBef>
              <a:spcAft>
                <a:spcPts val="0"/>
              </a:spcAft>
              <a:buClr>
                <a:srgbClr val="3C3C3A"/>
              </a:buClr>
              <a:buSzPts val="500"/>
              <a:buFont typeface="Montserrat Light"/>
              <a:buChar char="●"/>
              <a:defRPr sz="1000">
                <a:solidFill>
                  <a:srgbClr val="3C3C3A"/>
                </a:solidFill>
                <a:latin typeface="Montserrat Light"/>
                <a:ea typeface="Montserrat Light"/>
                <a:cs typeface="Montserrat Light"/>
                <a:sym typeface="Montserrat Light"/>
              </a:defRPr>
            </a:lvl7pPr>
            <a:lvl8pPr marL="3657600" lvl="7" indent="-260350" algn="l">
              <a:lnSpc>
                <a:spcPct val="100000"/>
              </a:lnSpc>
              <a:spcBef>
                <a:spcPts val="0"/>
              </a:spcBef>
              <a:spcAft>
                <a:spcPts val="0"/>
              </a:spcAft>
              <a:buClr>
                <a:srgbClr val="3C3C3A"/>
              </a:buClr>
              <a:buSzPts val="500"/>
              <a:buFont typeface="Montserrat Light"/>
              <a:buChar char="○"/>
              <a:defRPr sz="1000">
                <a:solidFill>
                  <a:srgbClr val="3C3C3A"/>
                </a:solidFill>
                <a:latin typeface="Montserrat Light"/>
                <a:ea typeface="Montserrat Light"/>
                <a:cs typeface="Montserrat Light"/>
                <a:sym typeface="Montserrat Light"/>
              </a:defRPr>
            </a:lvl8pPr>
            <a:lvl9pPr marL="4114800" lvl="8" indent="-260350" algn="l">
              <a:lnSpc>
                <a:spcPct val="100000"/>
              </a:lnSpc>
              <a:spcBef>
                <a:spcPts val="0"/>
              </a:spcBef>
              <a:spcAft>
                <a:spcPts val="0"/>
              </a:spcAft>
              <a:buClr>
                <a:srgbClr val="3C3C3A"/>
              </a:buClr>
              <a:buSzPts val="500"/>
              <a:buFont typeface="Montserrat Light"/>
              <a:buChar char="■"/>
              <a:defRPr sz="1000">
                <a:solidFill>
                  <a:srgbClr val="3C3C3A"/>
                </a:solidFill>
                <a:latin typeface="Montserrat Light"/>
                <a:ea typeface="Montserrat Light"/>
                <a:cs typeface="Montserrat Light"/>
                <a:sym typeface="Montserrat Light"/>
              </a:defRPr>
            </a:lvl9pPr>
          </a:lstStyle>
          <a:p>
            <a:endParaRPr/>
          </a:p>
        </p:txBody>
      </p:sp>
      <p:sp>
        <p:nvSpPr>
          <p:cNvPr id="104" name="Google Shape;104;p22"/>
          <p:cNvSpPr txBox="1">
            <a:spLocks noGrp="1"/>
          </p:cNvSpPr>
          <p:nvPr>
            <p:ph type="title"/>
          </p:nvPr>
        </p:nvSpPr>
        <p:spPr>
          <a:xfrm>
            <a:off x="587225" y="572700"/>
            <a:ext cx="5497500" cy="3039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rgbClr val="3C3C3A"/>
              </a:buClr>
              <a:buSzPts val="900"/>
              <a:buFont typeface="Montserrat Light"/>
              <a:buNone/>
              <a:defRPr sz="1800">
                <a:solidFill>
                  <a:srgbClr val="3C3C3A"/>
                </a:solidFill>
                <a:latin typeface="Montserrat Light"/>
                <a:ea typeface="Montserrat Light"/>
                <a:cs typeface="Montserrat Light"/>
                <a:sym typeface="Montserrat Light"/>
              </a:defRPr>
            </a:lvl1pPr>
            <a:lvl2pPr lvl="1" algn="l">
              <a:lnSpc>
                <a:spcPct val="90000"/>
              </a:lnSpc>
              <a:spcBef>
                <a:spcPts val="0"/>
              </a:spcBef>
              <a:spcAft>
                <a:spcPts val="0"/>
              </a:spcAft>
              <a:buClr>
                <a:srgbClr val="3C3C3A"/>
              </a:buClr>
              <a:buSzPts val="900"/>
              <a:buFont typeface="Montserrat Light"/>
              <a:buNone/>
              <a:defRPr sz="1800">
                <a:solidFill>
                  <a:srgbClr val="3C3C3A"/>
                </a:solidFill>
                <a:latin typeface="Montserrat Light"/>
                <a:ea typeface="Montserrat Light"/>
                <a:cs typeface="Montserrat Light"/>
                <a:sym typeface="Montserrat Light"/>
              </a:defRPr>
            </a:lvl2pPr>
            <a:lvl3pPr lvl="2" algn="l">
              <a:lnSpc>
                <a:spcPct val="90000"/>
              </a:lnSpc>
              <a:spcBef>
                <a:spcPts val="0"/>
              </a:spcBef>
              <a:spcAft>
                <a:spcPts val="0"/>
              </a:spcAft>
              <a:buClr>
                <a:srgbClr val="3C3C3A"/>
              </a:buClr>
              <a:buSzPts val="900"/>
              <a:buFont typeface="Montserrat Light"/>
              <a:buNone/>
              <a:defRPr sz="1800">
                <a:solidFill>
                  <a:srgbClr val="3C3C3A"/>
                </a:solidFill>
                <a:latin typeface="Montserrat Light"/>
                <a:ea typeface="Montserrat Light"/>
                <a:cs typeface="Montserrat Light"/>
                <a:sym typeface="Montserrat Light"/>
              </a:defRPr>
            </a:lvl3pPr>
            <a:lvl4pPr lvl="3" algn="l">
              <a:lnSpc>
                <a:spcPct val="90000"/>
              </a:lnSpc>
              <a:spcBef>
                <a:spcPts val="0"/>
              </a:spcBef>
              <a:spcAft>
                <a:spcPts val="0"/>
              </a:spcAft>
              <a:buClr>
                <a:srgbClr val="3C3C3A"/>
              </a:buClr>
              <a:buSzPts val="900"/>
              <a:buFont typeface="Montserrat Light"/>
              <a:buNone/>
              <a:defRPr sz="1800">
                <a:solidFill>
                  <a:srgbClr val="3C3C3A"/>
                </a:solidFill>
                <a:latin typeface="Montserrat Light"/>
                <a:ea typeface="Montserrat Light"/>
                <a:cs typeface="Montserrat Light"/>
                <a:sym typeface="Montserrat Light"/>
              </a:defRPr>
            </a:lvl4pPr>
            <a:lvl5pPr lvl="4" algn="l">
              <a:lnSpc>
                <a:spcPct val="90000"/>
              </a:lnSpc>
              <a:spcBef>
                <a:spcPts val="0"/>
              </a:spcBef>
              <a:spcAft>
                <a:spcPts val="0"/>
              </a:spcAft>
              <a:buClr>
                <a:srgbClr val="3C3C3A"/>
              </a:buClr>
              <a:buSzPts val="900"/>
              <a:buFont typeface="Montserrat Light"/>
              <a:buNone/>
              <a:defRPr sz="1800">
                <a:solidFill>
                  <a:srgbClr val="3C3C3A"/>
                </a:solidFill>
                <a:latin typeface="Montserrat Light"/>
                <a:ea typeface="Montserrat Light"/>
                <a:cs typeface="Montserrat Light"/>
                <a:sym typeface="Montserrat Light"/>
              </a:defRPr>
            </a:lvl5pPr>
            <a:lvl6pPr lvl="5" algn="l">
              <a:lnSpc>
                <a:spcPct val="90000"/>
              </a:lnSpc>
              <a:spcBef>
                <a:spcPts val="0"/>
              </a:spcBef>
              <a:spcAft>
                <a:spcPts val="0"/>
              </a:spcAft>
              <a:buClr>
                <a:srgbClr val="3C3C3A"/>
              </a:buClr>
              <a:buSzPts val="900"/>
              <a:buFont typeface="Montserrat Light"/>
              <a:buNone/>
              <a:defRPr sz="1800">
                <a:solidFill>
                  <a:srgbClr val="3C3C3A"/>
                </a:solidFill>
                <a:latin typeface="Montserrat Light"/>
                <a:ea typeface="Montserrat Light"/>
                <a:cs typeface="Montserrat Light"/>
                <a:sym typeface="Montserrat Light"/>
              </a:defRPr>
            </a:lvl6pPr>
            <a:lvl7pPr lvl="6" algn="l">
              <a:lnSpc>
                <a:spcPct val="90000"/>
              </a:lnSpc>
              <a:spcBef>
                <a:spcPts val="0"/>
              </a:spcBef>
              <a:spcAft>
                <a:spcPts val="0"/>
              </a:spcAft>
              <a:buClr>
                <a:srgbClr val="3C3C3A"/>
              </a:buClr>
              <a:buSzPts val="900"/>
              <a:buFont typeface="Montserrat Light"/>
              <a:buNone/>
              <a:defRPr sz="1800">
                <a:solidFill>
                  <a:srgbClr val="3C3C3A"/>
                </a:solidFill>
                <a:latin typeface="Montserrat Light"/>
                <a:ea typeface="Montserrat Light"/>
                <a:cs typeface="Montserrat Light"/>
                <a:sym typeface="Montserrat Light"/>
              </a:defRPr>
            </a:lvl7pPr>
            <a:lvl8pPr lvl="7" algn="l">
              <a:lnSpc>
                <a:spcPct val="90000"/>
              </a:lnSpc>
              <a:spcBef>
                <a:spcPts val="0"/>
              </a:spcBef>
              <a:spcAft>
                <a:spcPts val="0"/>
              </a:spcAft>
              <a:buClr>
                <a:srgbClr val="3C3C3A"/>
              </a:buClr>
              <a:buSzPts val="900"/>
              <a:buFont typeface="Montserrat Light"/>
              <a:buNone/>
              <a:defRPr sz="1800">
                <a:solidFill>
                  <a:srgbClr val="3C3C3A"/>
                </a:solidFill>
                <a:latin typeface="Montserrat Light"/>
                <a:ea typeface="Montserrat Light"/>
                <a:cs typeface="Montserrat Light"/>
                <a:sym typeface="Montserrat Light"/>
              </a:defRPr>
            </a:lvl8pPr>
            <a:lvl9pPr lvl="8" algn="l">
              <a:lnSpc>
                <a:spcPct val="90000"/>
              </a:lnSpc>
              <a:spcBef>
                <a:spcPts val="0"/>
              </a:spcBef>
              <a:spcAft>
                <a:spcPts val="0"/>
              </a:spcAft>
              <a:buClr>
                <a:srgbClr val="3C3C3A"/>
              </a:buClr>
              <a:buSzPts val="900"/>
              <a:buFont typeface="Montserrat Light"/>
              <a:buNone/>
              <a:defRPr sz="1800">
                <a:solidFill>
                  <a:srgbClr val="3C3C3A"/>
                </a:solidFill>
                <a:latin typeface="Montserrat Light"/>
                <a:ea typeface="Montserrat Light"/>
                <a:cs typeface="Montserrat Light"/>
                <a:sym typeface="Montserrat Light"/>
              </a:defRPr>
            </a:lvl9pPr>
          </a:lstStyle>
          <a:p>
            <a:endParaRPr/>
          </a:p>
        </p:txBody>
      </p:sp>
      <p:pic>
        <p:nvPicPr>
          <p:cNvPr id="105" name="Google Shape;105;p22"/>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05996" y="4776975"/>
            <a:ext cx="229582" cy="2298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1" type="blank">
  <p:cSld name="BLANK">
    <p:spTree>
      <p:nvGrpSpPr>
        <p:cNvPr id="1" name="Shape 112"/>
        <p:cNvGrpSpPr/>
        <p:nvPr/>
      </p:nvGrpSpPr>
      <p:grpSpPr>
        <a:xfrm>
          <a:off x="0" y="0"/>
          <a:ext cx="0" cy="0"/>
          <a:chOff x="0" y="0"/>
          <a:chExt cx="0" cy="0"/>
        </a:xfrm>
      </p:grpSpPr>
      <p:sp>
        <p:nvSpPr>
          <p:cNvPr id="113" name="Google Shape;113;p24"/>
          <p:cNvSpPr txBox="1">
            <a:spLocks noGrp="1"/>
          </p:cNvSpPr>
          <p:nvPr>
            <p:ph type="sldNum" idx="12"/>
          </p:nvPr>
        </p:nvSpPr>
        <p:spPr>
          <a:xfrm>
            <a:off x="8472458" y="4663217"/>
            <a:ext cx="548775" cy="393525"/>
          </a:xfrm>
          <a:prstGeom prst="rect">
            <a:avLst/>
          </a:prstGeom>
          <a:noFill/>
          <a:ln>
            <a:noFill/>
          </a:ln>
        </p:spPr>
        <p:txBody>
          <a:bodyPr spcFirstLastPara="1" wrap="square" lIns="91425" tIns="91425" rIns="91425" bIns="91425" anchor="ctr" anchorCtr="0">
            <a:noAutofit/>
          </a:bodyPr>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GB"/>
              <a:t>‹N°›</a:t>
            </a:fld>
            <a:endParaRPr/>
          </a:p>
        </p:txBody>
      </p:sp>
      <p:pic>
        <p:nvPicPr>
          <p:cNvPr id="114" name="Google Shape;114;p24"/>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05996" y="4776975"/>
            <a:ext cx="229582" cy="2298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Header only">
  <p:cSld name="Header only">
    <p:spTree>
      <p:nvGrpSpPr>
        <p:cNvPr id="1" name="Shape 115"/>
        <p:cNvGrpSpPr/>
        <p:nvPr/>
      </p:nvGrpSpPr>
      <p:grpSpPr>
        <a:xfrm>
          <a:off x="0" y="0"/>
          <a:ext cx="0" cy="0"/>
          <a:chOff x="0" y="0"/>
          <a:chExt cx="0" cy="0"/>
        </a:xfrm>
      </p:grpSpPr>
      <p:sp>
        <p:nvSpPr>
          <p:cNvPr id="116" name="Google Shape;116;p25"/>
          <p:cNvSpPr txBox="1">
            <a:spLocks noGrp="1"/>
          </p:cNvSpPr>
          <p:nvPr>
            <p:ph type="title"/>
          </p:nvPr>
        </p:nvSpPr>
        <p:spPr>
          <a:xfrm>
            <a:off x="540000" y="360000"/>
            <a:ext cx="8064000" cy="5400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500"/>
              <a:buFont typeface="Montserrat Medium"/>
              <a:buNone/>
              <a:defRPr sz="2000" b="0">
                <a:latin typeface="Montserrat Medium"/>
                <a:ea typeface="Montserrat Medium"/>
                <a:cs typeface="Montserrat Medium"/>
                <a:sym typeface="Montserrat Medium"/>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pic>
        <p:nvPicPr>
          <p:cNvPr id="117" name="Google Shape;117;p25"/>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05996" y="4776975"/>
            <a:ext cx="229582" cy="2298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 Empty">
  <p:cSld name="1) Empty">
    <p:spTree>
      <p:nvGrpSpPr>
        <p:cNvPr id="1" name="Shape 118"/>
        <p:cNvGrpSpPr/>
        <p:nvPr/>
      </p:nvGrpSpPr>
      <p:grpSpPr>
        <a:xfrm>
          <a:off x="0" y="0"/>
          <a:ext cx="0" cy="0"/>
          <a:chOff x="0" y="0"/>
          <a:chExt cx="0" cy="0"/>
        </a:xfrm>
      </p:grpSpPr>
      <p:sp>
        <p:nvSpPr>
          <p:cNvPr id="119" name="Google Shape;119;p26"/>
          <p:cNvSpPr txBox="1">
            <a:spLocks noGrp="1"/>
          </p:cNvSpPr>
          <p:nvPr>
            <p:ph type="title"/>
          </p:nvPr>
        </p:nvSpPr>
        <p:spPr>
          <a:xfrm>
            <a:off x="674700" y="579450"/>
            <a:ext cx="5826000" cy="444600"/>
          </a:xfrm>
          <a:prstGeom prst="rect">
            <a:avLst/>
          </a:prstGeom>
          <a:noFill/>
          <a:ln>
            <a:noFill/>
          </a:ln>
        </p:spPr>
        <p:txBody>
          <a:bodyPr spcFirstLastPara="1" wrap="square" lIns="68600" tIns="68600" rIns="68600" bIns="68600" anchor="t" anchorCtr="0">
            <a:noAutofit/>
          </a:bodyPr>
          <a:lstStyle>
            <a:lvl1pPr lvl="0" algn="l">
              <a:lnSpc>
                <a:spcPct val="100000"/>
              </a:lnSpc>
              <a:spcBef>
                <a:spcPts val="0"/>
              </a:spcBef>
              <a:spcAft>
                <a:spcPts val="0"/>
              </a:spcAft>
              <a:buSzPts val="1100"/>
              <a:buNone/>
              <a:defRPr>
                <a:latin typeface="Montserrat"/>
                <a:ea typeface="Montserrat"/>
                <a:cs typeface="Montserrat"/>
                <a:sym typeface="Montserrat"/>
              </a:defRPr>
            </a:lvl1pPr>
            <a:lvl2pPr lvl="1" algn="l">
              <a:lnSpc>
                <a:spcPct val="100000"/>
              </a:lnSpc>
              <a:spcBef>
                <a:spcPts val="0"/>
              </a:spcBef>
              <a:spcAft>
                <a:spcPts val="0"/>
              </a:spcAft>
              <a:buSzPts val="1100"/>
              <a:buNone/>
              <a:defRPr>
                <a:latin typeface="Montserrat"/>
                <a:ea typeface="Montserrat"/>
                <a:cs typeface="Montserrat"/>
                <a:sym typeface="Montserrat"/>
              </a:defRPr>
            </a:lvl2pPr>
            <a:lvl3pPr lvl="2" algn="l">
              <a:lnSpc>
                <a:spcPct val="100000"/>
              </a:lnSpc>
              <a:spcBef>
                <a:spcPts val="0"/>
              </a:spcBef>
              <a:spcAft>
                <a:spcPts val="0"/>
              </a:spcAft>
              <a:buSzPts val="1100"/>
              <a:buNone/>
              <a:defRPr>
                <a:latin typeface="Montserrat"/>
                <a:ea typeface="Montserrat"/>
                <a:cs typeface="Montserrat"/>
                <a:sym typeface="Montserrat"/>
              </a:defRPr>
            </a:lvl3pPr>
            <a:lvl4pPr lvl="3" algn="l">
              <a:lnSpc>
                <a:spcPct val="100000"/>
              </a:lnSpc>
              <a:spcBef>
                <a:spcPts val="0"/>
              </a:spcBef>
              <a:spcAft>
                <a:spcPts val="0"/>
              </a:spcAft>
              <a:buSzPts val="1100"/>
              <a:buNone/>
              <a:defRPr>
                <a:latin typeface="Montserrat"/>
                <a:ea typeface="Montserrat"/>
                <a:cs typeface="Montserrat"/>
                <a:sym typeface="Montserrat"/>
              </a:defRPr>
            </a:lvl4pPr>
            <a:lvl5pPr lvl="4" algn="l">
              <a:lnSpc>
                <a:spcPct val="100000"/>
              </a:lnSpc>
              <a:spcBef>
                <a:spcPts val="0"/>
              </a:spcBef>
              <a:spcAft>
                <a:spcPts val="0"/>
              </a:spcAft>
              <a:buSzPts val="1100"/>
              <a:buNone/>
              <a:defRPr>
                <a:latin typeface="Montserrat"/>
                <a:ea typeface="Montserrat"/>
                <a:cs typeface="Montserrat"/>
                <a:sym typeface="Montserrat"/>
              </a:defRPr>
            </a:lvl5pPr>
            <a:lvl6pPr lvl="5" algn="l">
              <a:lnSpc>
                <a:spcPct val="100000"/>
              </a:lnSpc>
              <a:spcBef>
                <a:spcPts val="0"/>
              </a:spcBef>
              <a:spcAft>
                <a:spcPts val="0"/>
              </a:spcAft>
              <a:buSzPts val="1100"/>
              <a:buNone/>
              <a:defRPr>
                <a:latin typeface="Montserrat"/>
                <a:ea typeface="Montserrat"/>
                <a:cs typeface="Montserrat"/>
                <a:sym typeface="Montserrat"/>
              </a:defRPr>
            </a:lvl6pPr>
            <a:lvl7pPr lvl="6" algn="l">
              <a:lnSpc>
                <a:spcPct val="100000"/>
              </a:lnSpc>
              <a:spcBef>
                <a:spcPts val="0"/>
              </a:spcBef>
              <a:spcAft>
                <a:spcPts val="0"/>
              </a:spcAft>
              <a:buSzPts val="1100"/>
              <a:buNone/>
              <a:defRPr>
                <a:latin typeface="Montserrat"/>
                <a:ea typeface="Montserrat"/>
                <a:cs typeface="Montserrat"/>
                <a:sym typeface="Montserrat"/>
              </a:defRPr>
            </a:lvl7pPr>
            <a:lvl8pPr lvl="7" algn="l">
              <a:lnSpc>
                <a:spcPct val="100000"/>
              </a:lnSpc>
              <a:spcBef>
                <a:spcPts val="0"/>
              </a:spcBef>
              <a:spcAft>
                <a:spcPts val="0"/>
              </a:spcAft>
              <a:buSzPts val="1100"/>
              <a:buNone/>
              <a:defRPr>
                <a:latin typeface="Montserrat"/>
                <a:ea typeface="Montserrat"/>
                <a:cs typeface="Montserrat"/>
                <a:sym typeface="Montserrat"/>
              </a:defRPr>
            </a:lvl8pPr>
            <a:lvl9pPr lvl="8" algn="l">
              <a:lnSpc>
                <a:spcPct val="100000"/>
              </a:lnSpc>
              <a:spcBef>
                <a:spcPts val="0"/>
              </a:spcBef>
              <a:spcAft>
                <a:spcPts val="0"/>
              </a:spcAft>
              <a:buSzPts val="1100"/>
              <a:buNone/>
              <a:defRPr>
                <a:latin typeface="Montserrat"/>
                <a:ea typeface="Montserrat"/>
                <a:cs typeface="Montserrat"/>
                <a:sym typeface="Montserrat"/>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6_Blank White template">
  <p:cSld name="16_Blank White template">
    <p:spTree>
      <p:nvGrpSpPr>
        <p:cNvPr id="1" name="Shape 120"/>
        <p:cNvGrpSpPr/>
        <p:nvPr/>
      </p:nvGrpSpPr>
      <p:grpSpPr>
        <a:xfrm>
          <a:off x="0" y="0"/>
          <a:ext cx="0" cy="0"/>
          <a:chOff x="0" y="0"/>
          <a:chExt cx="0" cy="0"/>
        </a:xfrm>
      </p:grpSpPr>
      <p:sp>
        <p:nvSpPr>
          <p:cNvPr id="121" name="Google Shape;121;p27"/>
          <p:cNvSpPr txBox="1">
            <a:spLocks noGrp="1"/>
          </p:cNvSpPr>
          <p:nvPr>
            <p:ph type="sldNum" idx="12"/>
          </p:nvPr>
        </p:nvSpPr>
        <p:spPr>
          <a:xfrm>
            <a:off x="6695471" y="4718888"/>
            <a:ext cx="2057400" cy="273825"/>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000000"/>
              </a:buClr>
              <a:buSzPts val="1100"/>
              <a:buFont typeface="Arial"/>
              <a:buNone/>
              <a:defRPr sz="1100" b="1"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100"/>
              <a:buFont typeface="Arial"/>
              <a:buNone/>
              <a:defRPr sz="1100" b="1"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100"/>
              <a:buFont typeface="Arial"/>
              <a:buNone/>
              <a:defRPr sz="1100" b="1"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100"/>
              <a:buFont typeface="Arial"/>
              <a:buNone/>
              <a:defRPr sz="1100" b="1"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100"/>
              <a:buFont typeface="Arial"/>
              <a:buNone/>
              <a:defRPr sz="1100" b="1"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100"/>
              <a:buFont typeface="Arial"/>
              <a:buNone/>
              <a:defRPr sz="1100" b="1"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100"/>
              <a:buFont typeface="Arial"/>
              <a:buNone/>
              <a:defRPr sz="1100" b="1"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100"/>
              <a:buFont typeface="Arial"/>
              <a:buNone/>
              <a:defRPr sz="1100" b="1"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100"/>
              <a:buFont typeface="Arial"/>
              <a:buNone/>
              <a:defRPr sz="11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‹N°›</a:t>
            </a:fld>
            <a:endParaRPr/>
          </a:p>
        </p:txBody>
      </p:sp>
      <p:sp>
        <p:nvSpPr>
          <p:cNvPr id="122" name="Google Shape;122;p27"/>
          <p:cNvSpPr txBox="1">
            <a:spLocks noGrp="1"/>
          </p:cNvSpPr>
          <p:nvPr>
            <p:ph type="title"/>
          </p:nvPr>
        </p:nvSpPr>
        <p:spPr>
          <a:xfrm>
            <a:off x="391130" y="330362"/>
            <a:ext cx="8361675" cy="2907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3" name="Google Shape;123;p27"/>
          <p:cNvSpPr txBox="1">
            <a:spLocks noGrp="1"/>
          </p:cNvSpPr>
          <p:nvPr>
            <p:ph type="body" idx="1"/>
          </p:nvPr>
        </p:nvSpPr>
        <p:spPr>
          <a:xfrm>
            <a:off x="391129" y="939998"/>
            <a:ext cx="8361675" cy="186975"/>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100"/>
              <a:buNone/>
              <a:defRPr/>
            </a:lvl1pPr>
            <a:lvl2pPr marL="914400" lvl="1" indent="-228600" algn="l">
              <a:lnSpc>
                <a:spcPct val="100000"/>
              </a:lnSpc>
              <a:spcBef>
                <a:spcPts val="0"/>
              </a:spcBef>
              <a:spcAft>
                <a:spcPts val="0"/>
              </a:spcAft>
              <a:buSzPts val="1100"/>
              <a:buNone/>
              <a:defRPr/>
            </a:lvl2pPr>
            <a:lvl3pPr marL="1371600" lvl="2" indent="-228600" algn="l">
              <a:lnSpc>
                <a:spcPct val="100000"/>
              </a:lnSpc>
              <a:spcBef>
                <a:spcPts val="0"/>
              </a:spcBef>
              <a:spcAft>
                <a:spcPts val="0"/>
              </a:spcAft>
              <a:buSzPts val="1100"/>
              <a:buNone/>
              <a:defRPr/>
            </a:lvl3pPr>
            <a:lvl4pPr marL="1828800" lvl="3" indent="-228600" algn="l">
              <a:lnSpc>
                <a:spcPct val="100000"/>
              </a:lnSpc>
              <a:spcBef>
                <a:spcPts val="0"/>
              </a:spcBef>
              <a:spcAft>
                <a:spcPts val="0"/>
              </a:spcAft>
              <a:buSzPts val="1100"/>
              <a:buNone/>
              <a:defRPr/>
            </a:lvl4pPr>
            <a:lvl5pPr marL="2286000" lvl="4" indent="-228600" algn="l">
              <a:lnSpc>
                <a:spcPct val="100000"/>
              </a:lnSpc>
              <a:spcBef>
                <a:spcPts val="0"/>
              </a:spcBef>
              <a:spcAft>
                <a:spcPts val="0"/>
              </a:spcAft>
              <a:buSzPts val="1100"/>
              <a:buNone/>
              <a:defRPr/>
            </a:lvl5pPr>
            <a:lvl6pPr marL="2743200" lvl="5" indent="-298450" algn="l">
              <a:lnSpc>
                <a:spcPct val="100000"/>
              </a:lnSpc>
              <a:spcBef>
                <a:spcPts val="0"/>
              </a:spcBef>
              <a:spcAft>
                <a:spcPts val="0"/>
              </a:spcAft>
              <a:buSzPts val="1100"/>
              <a:buChar char="■"/>
              <a:defRPr/>
            </a:lvl6pPr>
            <a:lvl7pPr marL="3200400" lvl="6" indent="-298450" algn="l">
              <a:lnSpc>
                <a:spcPct val="100000"/>
              </a:lnSpc>
              <a:spcBef>
                <a:spcPts val="0"/>
              </a:spcBef>
              <a:spcAft>
                <a:spcPts val="0"/>
              </a:spcAft>
              <a:buSzPts val="1100"/>
              <a:buChar char="●"/>
              <a:defRPr/>
            </a:lvl7pPr>
            <a:lvl8pPr marL="3657600" lvl="7" indent="-298450" algn="l">
              <a:lnSpc>
                <a:spcPct val="100000"/>
              </a:lnSpc>
              <a:spcBef>
                <a:spcPts val="0"/>
              </a:spcBef>
              <a:spcAft>
                <a:spcPts val="0"/>
              </a:spcAft>
              <a:buSzPts val="1100"/>
              <a:buChar char="○"/>
              <a:defRPr/>
            </a:lvl8pPr>
            <a:lvl9pPr marL="4114800" lvl="8" indent="-298450" algn="l">
              <a:lnSpc>
                <a:spcPct val="100000"/>
              </a:lnSpc>
              <a:spcBef>
                <a:spcPts val="0"/>
              </a:spcBef>
              <a:spcAft>
                <a:spcPts val="0"/>
              </a:spcAft>
              <a:buSzPts val="1100"/>
              <a:buChar char="■"/>
              <a:defRPr/>
            </a:lvl9pPr>
          </a:lstStyle>
          <a:p>
            <a:endParaRPr/>
          </a:p>
        </p:txBody>
      </p:sp>
      <p:pic>
        <p:nvPicPr>
          <p:cNvPr id="124" name="Google Shape;124;p27"/>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05996" y="4776975"/>
            <a:ext cx="229582" cy="2298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type="obj">
  <p:cSld name="OBJECT">
    <p:spTree>
      <p:nvGrpSpPr>
        <p:cNvPr id="1" name="Shape 125"/>
        <p:cNvGrpSpPr/>
        <p:nvPr/>
      </p:nvGrpSpPr>
      <p:grpSpPr>
        <a:xfrm>
          <a:off x="0" y="0"/>
          <a:ext cx="0" cy="0"/>
          <a:chOff x="0" y="0"/>
          <a:chExt cx="0" cy="0"/>
        </a:xfrm>
      </p:grpSpPr>
      <p:sp>
        <p:nvSpPr>
          <p:cNvPr id="126" name="Google Shape;126;p28"/>
          <p:cNvSpPr txBox="1">
            <a:spLocks noGrp="1"/>
          </p:cNvSpPr>
          <p:nvPr>
            <p:ph type="ftr" idx="11"/>
          </p:nvPr>
        </p:nvSpPr>
        <p:spPr>
          <a:xfrm>
            <a:off x="0" y="0"/>
            <a:ext cx="2250000" cy="2250000"/>
          </a:xfrm>
          <a:prstGeom prst="rect">
            <a:avLst/>
          </a:prstGeom>
          <a:noFill/>
          <a:ln>
            <a:noFill/>
          </a:ln>
        </p:spPr>
        <p:txBody>
          <a:bodyPr spcFirstLastPara="1" wrap="square" lIns="0" tIns="0" rIns="0" bIns="0" anchor="t" anchorCtr="0">
            <a:noAutofit/>
          </a:bodyPr>
          <a:lstStyle>
            <a:lvl1pPr marR="0" lvl="0" algn="ctr" rtl="0">
              <a:lnSpc>
                <a:spcPct val="100000"/>
              </a:lnSpc>
              <a:spcBef>
                <a:spcPts val="0"/>
              </a:spcBef>
              <a:spcAft>
                <a:spcPts val="0"/>
              </a:spcAft>
              <a:buClr>
                <a:srgbClr val="000000"/>
              </a:buClr>
              <a:buSzPts val="1100"/>
              <a:buFont typeface="Arial"/>
              <a:buNone/>
              <a:defRPr sz="1400" b="0" i="0" u="none" strike="noStrike" cap="none">
                <a:solidFill>
                  <a:srgbClr val="8F8F8F"/>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9pPr>
          </a:lstStyle>
          <a:p>
            <a:endParaRPr/>
          </a:p>
        </p:txBody>
      </p:sp>
      <p:sp>
        <p:nvSpPr>
          <p:cNvPr id="127" name="Google Shape;127;p28"/>
          <p:cNvSpPr txBox="1">
            <a:spLocks noGrp="1"/>
          </p:cNvSpPr>
          <p:nvPr>
            <p:ph type="dt" idx="10"/>
          </p:nvPr>
        </p:nvSpPr>
        <p:spPr>
          <a:xfrm>
            <a:off x="0" y="0"/>
            <a:ext cx="2250000" cy="2250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100"/>
              <a:buFont typeface="Arial"/>
              <a:buNone/>
              <a:defRPr sz="1400" b="0" i="0" u="none" strike="noStrike" cap="none">
                <a:solidFill>
                  <a:srgbClr val="8F8F8F"/>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9pPr>
          </a:lstStyle>
          <a:p>
            <a:endParaRPr/>
          </a:p>
        </p:txBody>
      </p:sp>
      <p:pic>
        <p:nvPicPr>
          <p:cNvPr id="128" name="Google Shape;128;p28"/>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30300" y="4781927"/>
            <a:ext cx="352096" cy="328992"/>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215">
          <p15:clr>
            <a:srgbClr val="FBAE40"/>
          </p15:clr>
        </p15:guide>
        <p15:guide id="2"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_Title and Content">
  <p:cSld name="2_Title and Content">
    <p:spTree>
      <p:nvGrpSpPr>
        <p:cNvPr id="1" name="Shape 129"/>
        <p:cNvGrpSpPr/>
        <p:nvPr/>
      </p:nvGrpSpPr>
      <p:grpSpPr>
        <a:xfrm>
          <a:off x="0" y="0"/>
          <a:ext cx="0" cy="0"/>
          <a:chOff x="0" y="0"/>
          <a:chExt cx="0" cy="0"/>
        </a:xfrm>
      </p:grpSpPr>
      <p:sp>
        <p:nvSpPr>
          <p:cNvPr id="130" name="Google Shape;130;p29"/>
          <p:cNvSpPr txBox="1">
            <a:spLocks noGrp="1"/>
          </p:cNvSpPr>
          <p:nvPr>
            <p:ph type="title"/>
          </p:nvPr>
        </p:nvSpPr>
        <p:spPr>
          <a:xfrm>
            <a:off x="674700" y="579450"/>
            <a:ext cx="5826000" cy="4446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100"/>
              <a:buNone/>
              <a:defRPr sz="1800" b="0" i="0">
                <a:solidFill>
                  <a:srgbClr val="3B3B39"/>
                </a:solidFill>
                <a:latin typeface="Verdana"/>
                <a:ea typeface="Verdana"/>
                <a:cs typeface="Verdana"/>
                <a:sym typeface="Verdan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31" name="Google Shape;131;p29"/>
          <p:cNvSpPr txBox="1">
            <a:spLocks noGrp="1"/>
          </p:cNvSpPr>
          <p:nvPr>
            <p:ph type="body" idx="1"/>
          </p:nvPr>
        </p:nvSpPr>
        <p:spPr>
          <a:xfrm>
            <a:off x="706450" y="1262075"/>
            <a:ext cx="4556100" cy="2008500"/>
          </a:xfrm>
          <a:prstGeom prst="rect">
            <a:avLst/>
          </a:prstGeom>
          <a:noFill/>
          <a:ln>
            <a:noFill/>
          </a:ln>
        </p:spPr>
        <p:txBody>
          <a:bodyPr spcFirstLastPara="1" wrap="square" lIns="0" tIns="0" rIns="0" bIns="0" anchor="t" anchorCtr="0">
            <a:noAutofit/>
          </a:bodyPr>
          <a:lstStyle>
            <a:lvl1pPr marL="457200" lvl="0" indent="-298450" algn="l">
              <a:lnSpc>
                <a:spcPct val="100000"/>
              </a:lnSpc>
              <a:spcBef>
                <a:spcPts val="0"/>
              </a:spcBef>
              <a:spcAft>
                <a:spcPts val="0"/>
              </a:spcAft>
              <a:buSzPts val="1100"/>
              <a:buChar char="●"/>
              <a:defRPr sz="900" b="0" i="0">
                <a:solidFill>
                  <a:srgbClr val="55545A"/>
                </a:solidFill>
                <a:latin typeface="Verdana"/>
                <a:ea typeface="Verdana"/>
                <a:cs typeface="Verdana"/>
                <a:sym typeface="Verdana"/>
              </a:defRPr>
            </a:lvl1pPr>
            <a:lvl2pPr marL="914400" lvl="1" indent="-298450" algn="l">
              <a:lnSpc>
                <a:spcPct val="100000"/>
              </a:lnSpc>
              <a:spcBef>
                <a:spcPts val="0"/>
              </a:spcBef>
              <a:spcAft>
                <a:spcPts val="0"/>
              </a:spcAft>
              <a:buSzPts val="1100"/>
              <a:buChar char="○"/>
              <a:defRPr/>
            </a:lvl2pPr>
            <a:lvl3pPr marL="1371600" lvl="2" indent="-298450" algn="l">
              <a:lnSpc>
                <a:spcPct val="100000"/>
              </a:lnSpc>
              <a:spcBef>
                <a:spcPts val="0"/>
              </a:spcBef>
              <a:spcAft>
                <a:spcPts val="0"/>
              </a:spcAft>
              <a:buSzPts val="1100"/>
              <a:buChar char="■"/>
              <a:defRPr/>
            </a:lvl3pPr>
            <a:lvl4pPr marL="1828800" lvl="3" indent="-298450" algn="l">
              <a:lnSpc>
                <a:spcPct val="100000"/>
              </a:lnSpc>
              <a:spcBef>
                <a:spcPts val="0"/>
              </a:spcBef>
              <a:spcAft>
                <a:spcPts val="0"/>
              </a:spcAft>
              <a:buSzPts val="1100"/>
              <a:buChar char="●"/>
              <a:defRPr/>
            </a:lvl4pPr>
            <a:lvl5pPr marL="2286000" lvl="4" indent="-298450" algn="l">
              <a:lnSpc>
                <a:spcPct val="100000"/>
              </a:lnSpc>
              <a:spcBef>
                <a:spcPts val="0"/>
              </a:spcBef>
              <a:spcAft>
                <a:spcPts val="0"/>
              </a:spcAft>
              <a:buSzPts val="1100"/>
              <a:buChar char="○"/>
              <a:defRPr/>
            </a:lvl5pPr>
            <a:lvl6pPr marL="2743200" lvl="5" indent="-298450" algn="l">
              <a:lnSpc>
                <a:spcPct val="100000"/>
              </a:lnSpc>
              <a:spcBef>
                <a:spcPts val="0"/>
              </a:spcBef>
              <a:spcAft>
                <a:spcPts val="0"/>
              </a:spcAft>
              <a:buSzPts val="1100"/>
              <a:buChar char="■"/>
              <a:defRPr/>
            </a:lvl6pPr>
            <a:lvl7pPr marL="3200400" lvl="6" indent="-298450" algn="l">
              <a:lnSpc>
                <a:spcPct val="100000"/>
              </a:lnSpc>
              <a:spcBef>
                <a:spcPts val="0"/>
              </a:spcBef>
              <a:spcAft>
                <a:spcPts val="0"/>
              </a:spcAft>
              <a:buSzPts val="1100"/>
              <a:buChar char="●"/>
              <a:defRPr/>
            </a:lvl7pPr>
            <a:lvl8pPr marL="3657600" lvl="7" indent="-298450" algn="l">
              <a:lnSpc>
                <a:spcPct val="100000"/>
              </a:lnSpc>
              <a:spcBef>
                <a:spcPts val="0"/>
              </a:spcBef>
              <a:spcAft>
                <a:spcPts val="0"/>
              </a:spcAft>
              <a:buSzPts val="1100"/>
              <a:buChar char="○"/>
              <a:defRPr/>
            </a:lvl8pPr>
            <a:lvl9pPr marL="4114800" lvl="8" indent="-298450" algn="l">
              <a:lnSpc>
                <a:spcPct val="100000"/>
              </a:lnSpc>
              <a:spcBef>
                <a:spcPts val="0"/>
              </a:spcBef>
              <a:spcAft>
                <a:spcPts val="0"/>
              </a:spcAft>
              <a:buSzPts val="1100"/>
              <a:buChar char="■"/>
              <a:defRPr/>
            </a:lvl9pPr>
          </a:lstStyle>
          <a:p>
            <a:endParaRPr/>
          </a:p>
        </p:txBody>
      </p:sp>
      <p:sp>
        <p:nvSpPr>
          <p:cNvPr id="132" name="Google Shape;132;p29"/>
          <p:cNvSpPr txBox="1">
            <a:spLocks noGrp="1"/>
          </p:cNvSpPr>
          <p:nvPr>
            <p:ph type="ftr" idx="11"/>
          </p:nvPr>
        </p:nvSpPr>
        <p:spPr>
          <a:xfrm>
            <a:off x="0" y="0"/>
            <a:ext cx="2250000" cy="2250000"/>
          </a:xfrm>
          <a:prstGeom prst="rect">
            <a:avLst/>
          </a:prstGeom>
          <a:noFill/>
          <a:ln>
            <a:noFill/>
          </a:ln>
        </p:spPr>
        <p:txBody>
          <a:bodyPr spcFirstLastPara="1" wrap="square" lIns="0" tIns="0" rIns="0" bIns="0" anchor="t" anchorCtr="0">
            <a:noAutofit/>
          </a:bodyPr>
          <a:lstStyle>
            <a:lvl1pPr marR="0" lvl="0" algn="ctr" rtl="0">
              <a:lnSpc>
                <a:spcPct val="100000"/>
              </a:lnSpc>
              <a:spcBef>
                <a:spcPts val="0"/>
              </a:spcBef>
              <a:spcAft>
                <a:spcPts val="0"/>
              </a:spcAft>
              <a:buClr>
                <a:srgbClr val="000000"/>
              </a:buClr>
              <a:buSzPts val="1100"/>
              <a:buFont typeface="Arial"/>
              <a:buNone/>
              <a:defRPr sz="1400" b="0" i="0" u="none" strike="noStrike" cap="none">
                <a:solidFill>
                  <a:srgbClr val="8F8F8F"/>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9pPr>
          </a:lstStyle>
          <a:p>
            <a:endParaRPr/>
          </a:p>
        </p:txBody>
      </p:sp>
      <p:sp>
        <p:nvSpPr>
          <p:cNvPr id="133" name="Google Shape;133;p29"/>
          <p:cNvSpPr txBox="1">
            <a:spLocks noGrp="1"/>
          </p:cNvSpPr>
          <p:nvPr>
            <p:ph type="dt" idx="10"/>
          </p:nvPr>
        </p:nvSpPr>
        <p:spPr>
          <a:xfrm>
            <a:off x="0" y="0"/>
            <a:ext cx="2250000" cy="2250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100"/>
              <a:buFont typeface="Arial"/>
              <a:buNone/>
              <a:defRPr sz="1400" b="0" i="0" u="none" strike="noStrike" cap="none">
                <a:solidFill>
                  <a:srgbClr val="8F8F8F"/>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9pPr>
          </a:lstStyle>
          <a:p>
            <a:endParaRPr/>
          </a:p>
        </p:txBody>
      </p:sp>
      <p:pic>
        <p:nvPicPr>
          <p:cNvPr id="134" name="Google Shape;134;p29"/>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30300" y="4781927"/>
            <a:ext cx="352096" cy="328992"/>
          </a:xfrm>
          <a:prstGeom prst="rect">
            <a:avLst/>
          </a:prstGeom>
          <a:noFill/>
          <a:ln>
            <a:noFill/>
          </a:ln>
        </p:spPr>
      </p:pic>
      <p:sp>
        <p:nvSpPr>
          <p:cNvPr id="135" name="Google Shape;135;p29"/>
          <p:cNvSpPr txBox="1"/>
          <p:nvPr/>
        </p:nvSpPr>
        <p:spPr>
          <a:xfrm>
            <a:off x="4984500" y="4923200"/>
            <a:ext cx="4038600" cy="194900"/>
          </a:xfrm>
          <a:prstGeom prst="rect">
            <a:avLst/>
          </a:prstGeom>
          <a:noFill/>
          <a:ln>
            <a:noFill/>
          </a:ln>
        </p:spPr>
        <p:txBody>
          <a:bodyPr spcFirstLastPara="1" wrap="square" lIns="0" tIns="0" rIns="0" bIns="0" anchor="t" anchorCtr="0">
            <a:normAutofit/>
          </a:bodyPr>
          <a:lstStyle/>
          <a:p>
            <a:pPr marL="0" marR="0" lvl="0" indent="0" algn="r" rtl="0">
              <a:lnSpc>
                <a:spcPct val="100000"/>
              </a:lnSpc>
              <a:spcBef>
                <a:spcPts val="0"/>
              </a:spcBef>
              <a:spcAft>
                <a:spcPts val="0"/>
              </a:spcAft>
              <a:buClr>
                <a:schemeClr val="dk1"/>
              </a:buClr>
              <a:buSzPts val="800"/>
              <a:buFont typeface="Montserrat"/>
              <a:buNone/>
            </a:pPr>
            <a:fld id="{00000000-1234-1234-1234-123412341234}" type="slidenum">
              <a:rPr lang="en-GB" sz="800" b="0" i="0" u="none" strike="noStrike" cap="none">
                <a:solidFill>
                  <a:schemeClr val="dk1"/>
                </a:solidFill>
                <a:latin typeface="Montserrat"/>
                <a:ea typeface="Montserrat"/>
                <a:cs typeface="Montserrat"/>
                <a:sym typeface="Montserrat"/>
              </a:rPr>
              <a:t>‹N°›</a:t>
            </a:fld>
            <a:endParaRPr sz="800" b="0" i="0" u="none" strike="noStrike" cap="none">
              <a:solidFill>
                <a:schemeClr val="dk1"/>
              </a:solidFill>
              <a:latin typeface="Montserrat"/>
              <a:ea typeface="Montserrat"/>
              <a:cs typeface="Montserrat"/>
              <a:sym typeface="Montserrat"/>
            </a:endParaRPr>
          </a:p>
        </p:txBody>
      </p:sp>
    </p:spTree>
  </p:cSld>
  <p:clrMapOvr>
    <a:masterClrMapping/>
  </p:clrMapOvr>
  <p:extLst>
    <p:ext uri="{DCECCB84-F9BA-43D5-87BE-67443E8EF086}">
      <p15:sldGuideLst xmlns:p15="http://schemas.microsoft.com/office/powerpoint/2012/main">
        <p15:guide id="1" orient="horz" pos="1215">
          <p15:clr>
            <a:srgbClr val="FBAE40"/>
          </p15:clr>
        </p15:guide>
        <p15:guide id="2" pos="216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10) Divider - Title left double pink dots">
  <p:cSld name="10) Divider - Title left double pink dots">
    <p:spTree>
      <p:nvGrpSpPr>
        <p:cNvPr id="1" name="Shape 136"/>
        <p:cNvGrpSpPr/>
        <p:nvPr/>
      </p:nvGrpSpPr>
      <p:grpSpPr>
        <a:xfrm>
          <a:off x="0" y="0"/>
          <a:ext cx="0" cy="0"/>
          <a:chOff x="0" y="0"/>
          <a:chExt cx="0" cy="0"/>
        </a:xfrm>
      </p:grpSpPr>
      <p:sp>
        <p:nvSpPr>
          <p:cNvPr id="137" name="Google Shape;137;p30"/>
          <p:cNvSpPr txBox="1">
            <a:spLocks noGrp="1"/>
          </p:cNvSpPr>
          <p:nvPr>
            <p:ph type="body" idx="1"/>
          </p:nvPr>
        </p:nvSpPr>
        <p:spPr>
          <a:xfrm>
            <a:off x="5795700" y="1362925"/>
            <a:ext cx="2761200" cy="2138400"/>
          </a:xfrm>
          <a:prstGeom prst="rect">
            <a:avLst/>
          </a:prstGeom>
          <a:noFill/>
          <a:ln>
            <a:noFill/>
          </a:ln>
        </p:spPr>
        <p:txBody>
          <a:bodyPr spcFirstLastPara="1" wrap="square" lIns="0" tIns="0" rIns="0" bIns="0" anchor="t" anchorCtr="0">
            <a:noAutofit/>
          </a:bodyPr>
          <a:lstStyle>
            <a:lvl1pPr marL="457200" lvl="0" indent="-266700" algn="l">
              <a:lnSpc>
                <a:spcPct val="100000"/>
              </a:lnSpc>
              <a:spcBef>
                <a:spcPts val="0"/>
              </a:spcBef>
              <a:spcAft>
                <a:spcPts val="0"/>
              </a:spcAft>
              <a:buClr>
                <a:srgbClr val="3C3C3A"/>
              </a:buClr>
              <a:buSzPts val="600"/>
              <a:buFont typeface="Montserrat Medium"/>
              <a:buChar char="●"/>
              <a:defRPr sz="1200">
                <a:solidFill>
                  <a:srgbClr val="3C3C3A"/>
                </a:solidFill>
                <a:latin typeface="Montserrat Medium"/>
                <a:ea typeface="Montserrat Medium"/>
                <a:cs typeface="Montserrat Medium"/>
                <a:sym typeface="Montserrat Medium"/>
              </a:defRPr>
            </a:lvl1pPr>
            <a:lvl2pPr marL="914400" lvl="1" indent="-266700" algn="l">
              <a:lnSpc>
                <a:spcPct val="100000"/>
              </a:lnSpc>
              <a:spcBef>
                <a:spcPts val="0"/>
              </a:spcBef>
              <a:spcAft>
                <a:spcPts val="0"/>
              </a:spcAft>
              <a:buClr>
                <a:srgbClr val="3C3C3A"/>
              </a:buClr>
              <a:buSzPts val="600"/>
              <a:buFont typeface="Montserrat Medium"/>
              <a:buChar char="○"/>
              <a:defRPr sz="1200">
                <a:solidFill>
                  <a:srgbClr val="3C3C3A"/>
                </a:solidFill>
                <a:latin typeface="Montserrat Medium"/>
                <a:ea typeface="Montserrat Medium"/>
                <a:cs typeface="Montserrat Medium"/>
                <a:sym typeface="Montserrat Medium"/>
              </a:defRPr>
            </a:lvl2pPr>
            <a:lvl3pPr marL="1371600" lvl="2" indent="-266700" algn="l">
              <a:lnSpc>
                <a:spcPct val="100000"/>
              </a:lnSpc>
              <a:spcBef>
                <a:spcPts val="0"/>
              </a:spcBef>
              <a:spcAft>
                <a:spcPts val="0"/>
              </a:spcAft>
              <a:buClr>
                <a:srgbClr val="3C3C3A"/>
              </a:buClr>
              <a:buSzPts val="600"/>
              <a:buFont typeface="Montserrat Medium"/>
              <a:buChar char="■"/>
              <a:defRPr sz="1200">
                <a:solidFill>
                  <a:srgbClr val="3C3C3A"/>
                </a:solidFill>
                <a:latin typeface="Montserrat Medium"/>
                <a:ea typeface="Montserrat Medium"/>
                <a:cs typeface="Montserrat Medium"/>
                <a:sym typeface="Montserrat Medium"/>
              </a:defRPr>
            </a:lvl3pPr>
            <a:lvl4pPr marL="1828800" lvl="3" indent="-266700" algn="l">
              <a:lnSpc>
                <a:spcPct val="100000"/>
              </a:lnSpc>
              <a:spcBef>
                <a:spcPts val="0"/>
              </a:spcBef>
              <a:spcAft>
                <a:spcPts val="0"/>
              </a:spcAft>
              <a:buClr>
                <a:srgbClr val="3C3C3A"/>
              </a:buClr>
              <a:buSzPts val="600"/>
              <a:buFont typeface="Montserrat Medium"/>
              <a:buChar char="●"/>
              <a:defRPr sz="1200">
                <a:solidFill>
                  <a:srgbClr val="3C3C3A"/>
                </a:solidFill>
                <a:latin typeface="Montserrat Medium"/>
                <a:ea typeface="Montserrat Medium"/>
                <a:cs typeface="Montserrat Medium"/>
                <a:sym typeface="Montserrat Medium"/>
              </a:defRPr>
            </a:lvl4pPr>
            <a:lvl5pPr marL="2286000" lvl="4" indent="-266700" algn="l">
              <a:lnSpc>
                <a:spcPct val="100000"/>
              </a:lnSpc>
              <a:spcBef>
                <a:spcPts val="0"/>
              </a:spcBef>
              <a:spcAft>
                <a:spcPts val="0"/>
              </a:spcAft>
              <a:buClr>
                <a:srgbClr val="3C3C3A"/>
              </a:buClr>
              <a:buSzPts val="600"/>
              <a:buFont typeface="Montserrat Medium"/>
              <a:buChar char="○"/>
              <a:defRPr sz="1200">
                <a:solidFill>
                  <a:srgbClr val="3C3C3A"/>
                </a:solidFill>
                <a:latin typeface="Montserrat Medium"/>
                <a:ea typeface="Montserrat Medium"/>
                <a:cs typeface="Montserrat Medium"/>
                <a:sym typeface="Montserrat Medium"/>
              </a:defRPr>
            </a:lvl5pPr>
            <a:lvl6pPr marL="2743200" lvl="5" indent="-266700" algn="l">
              <a:lnSpc>
                <a:spcPct val="100000"/>
              </a:lnSpc>
              <a:spcBef>
                <a:spcPts val="0"/>
              </a:spcBef>
              <a:spcAft>
                <a:spcPts val="0"/>
              </a:spcAft>
              <a:buClr>
                <a:srgbClr val="3C3C3A"/>
              </a:buClr>
              <a:buSzPts val="600"/>
              <a:buFont typeface="Montserrat Medium"/>
              <a:buChar char="■"/>
              <a:defRPr sz="1200">
                <a:solidFill>
                  <a:srgbClr val="3C3C3A"/>
                </a:solidFill>
                <a:latin typeface="Montserrat Medium"/>
                <a:ea typeface="Montserrat Medium"/>
                <a:cs typeface="Montserrat Medium"/>
                <a:sym typeface="Montserrat Medium"/>
              </a:defRPr>
            </a:lvl6pPr>
            <a:lvl7pPr marL="3200400" lvl="6" indent="-266700" algn="l">
              <a:lnSpc>
                <a:spcPct val="100000"/>
              </a:lnSpc>
              <a:spcBef>
                <a:spcPts val="0"/>
              </a:spcBef>
              <a:spcAft>
                <a:spcPts val="0"/>
              </a:spcAft>
              <a:buClr>
                <a:srgbClr val="3C3C3A"/>
              </a:buClr>
              <a:buSzPts val="600"/>
              <a:buFont typeface="Montserrat Medium"/>
              <a:buChar char="●"/>
              <a:defRPr sz="1200">
                <a:solidFill>
                  <a:srgbClr val="3C3C3A"/>
                </a:solidFill>
                <a:latin typeface="Montserrat Medium"/>
                <a:ea typeface="Montserrat Medium"/>
                <a:cs typeface="Montserrat Medium"/>
                <a:sym typeface="Montserrat Medium"/>
              </a:defRPr>
            </a:lvl7pPr>
            <a:lvl8pPr marL="3657600" lvl="7" indent="-266700" algn="l">
              <a:lnSpc>
                <a:spcPct val="100000"/>
              </a:lnSpc>
              <a:spcBef>
                <a:spcPts val="0"/>
              </a:spcBef>
              <a:spcAft>
                <a:spcPts val="0"/>
              </a:spcAft>
              <a:buClr>
                <a:srgbClr val="3C3C3A"/>
              </a:buClr>
              <a:buSzPts val="600"/>
              <a:buFont typeface="Montserrat Medium"/>
              <a:buChar char="○"/>
              <a:defRPr sz="1200">
                <a:solidFill>
                  <a:srgbClr val="3C3C3A"/>
                </a:solidFill>
                <a:latin typeface="Montserrat Medium"/>
                <a:ea typeface="Montserrat Medium"/>
                <a:cs typeface="Montserrat Medium"/>
                <a:sym typeface="Montserrat Medium"/>
              </a:defRPr>
            </a:lvl8pPr>
            <a:lvl9pPr marL="4114800" lvl="8" indent="-266700" algn="l">
              <a:lnSpc>
                <a:spcPct val="100000"/>
              </a:lnSpc>
              <a:spcBef>
                <a:spcPts val="0"/>
              </a:spcBef>
              <a:spcAft>
                <a:spcPts val="0"/>
              </a:spcAft>
              <a:buClr>
                <a:srgbClr val="3C3C3A"/>
              </a:buClr>
              <a:buSzPts val="600"/>
              <a:buFont typeface="Montserrat Medium"/>
              <a:buChar char="■"/>
              <a:defRPr sz="1200">
                <a:solidFill>
                  <a:srgbClr val="3C3C3A"/>
                </a:solidFill>
                <a:latin typeface="Montserrat Medium"/>
                <a:ea typeface="Montserrat Medium"/>
                <a:cs typeface="Montserrat Medium"/>
                <a:sym typeface="Montserrat Medium"/>
              </a:defRPr>
            </a:lvl9pPr>
          </a:lstStyle>
          <a:p>
            <a:endParaRPr/>
          </a:p>
        </p:txBody>
      </p:sp>
      <p:sp>
        <p:nvSpPr>
          <p:cNvPr id="138" name="Google Shape;138;p30"/>
          <p:cNvSpPr txBox="1">
            <a:spLocks noGrp="1"/>
          </p:cNvSpPr>
          <p:nvPr>
            <p:ph type="title"/>
          </p:nvPr>
        </p:nvSpPr>
        <p:spPr>
          <a:xfrm>
            <a:off x="1080003" y="1800450"/>
            <a:ext cx="3387600" cy="1542600"/>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rgbClr val="3C3C3A"/>
              </a:buClr>
              <a:buSzPts val="2200"/>
              <a:buFont typeface="Montserrat Light"/>
              <a:buNone/>
              <a:defRPr sz="4200">
                <a:solidFill>
                  <a:srgbClr val="3C3C3A"/>
                </a:solidFill>
                <a:latin typeface="Montserrat Light"/>
                <a:ea typeface="Montserrat Light"/>
                <a:cs typeface="Montserrat Light"/>
                <a:sym typeface="Montserrat Light"/>
              </a:defRPr>
            </a:lvl1pPr>
            <a:lvl2pPr lvl="1" algn="l">
              <a:lnSpc>
                <a:spcPct val="100000"/>
              </a:lnSpc>
              <a:spcBef>
                <a:spcPts val="0"/>
              </a:spcBef>
              <a:spcAft>
                <a:spcPts val="0"/>
              </a:spcAft>
              <a:buSzPts val="800"/>
              <a:buFont typeface="Montserrat Medium"/>
              <a:buNone/>
              <a:defRPr>
                <a:latin typeface="Montserrat Medium"/>
                <a:ea typeface="Montserrat Medium"/>
                <a:cs typeface="Montserrat Medium"/>
                <a:sym typeface="Montserrat Medium"/>
              </a:defRPr>
            </a:lvl2pPr>
            <a:lvl3pPr lvl="2" algn="l">
              <a:lnSpc>
                <a:spcPct val="100000"/>
              </a:lnSpc>
              <a:spcBef>
                <a:spcPts val="0"/>
              </a:spcBef>
              <a:spcAft>
                <a:spcPts val="0"/>
              </a:spcAft>
              <a:buSzPts val="800"/>
              <a:buFont typeface="Montserrat Medium"/>
              <a:buNone/>
              <a:defRPr>
                <a:latin typeface="Montserrat Medium"/>
                <a:ea typeface="Montserrat Medium"/>
                <a:cs typeface="Montserrat Medium"/>
                <a:sym typeface="Montserrat Medium"/>
              </a:defRPr>
            </a:lvl3pPr>
            <a:lvl4pPr lvl="3" algn="l">
              <a:lnSpc>
                <a:spcPct val="100000"/>
              </a:lnSpc>
              <a:spcBef>
                <a:spcPts val="0"/>
              </a:spcBef>
              <a:spcAft>
                <a:spcPts val="0"/>
              </a:spcAft>
              <a:buSzPts val="800"/>
              <a:buFont typeface="Montserrat Medium"/>
              <a:buNone/>
              <a:defRPr>
                <a:latin typeface="Montserrat Medium"/>
                <a:ea typeface="Montserrat Medium"/>
                <a:cs typeface="Montserrat Medium"/>
                <a:sym typeface="Montserrat Medium"/>
              </a:defRPr>
            </a:lvl4pPr>
            <a:lvl5pPr lvl="4" algn="l">
              <a:lnSpc>
                <a:spcPct val="100000"/>
              </a:lnSpc>
              <a:spcBef>
                <a:spcPts val="0"/>
              </a:spcBef>
              <a:spcAft>
                <a:spcPts val="0"/>
              </a:spcAft>
              <a:buSzPts val="800"/>
              <a:buFont typeface="Montserrat Medium"/>
              <a:buNone/>
              <a:defRPr>
                <a:latin typeface="Montserrat Medium"/>
                <a:ea typeface="Montserrat Medium"/>
                <a:cs typeface="Montserrat Medium"/>
                <a:sym typeface="Montserrat Medium"/>
              </a:defRPr>
            </a:lvl5pPr>
            <a:lvl6pPr lvl="5" algn="l">
              <a:lnSpc>
                <a:spcPct val="100000"/>
              </a:lnSpc>
              <a:spcBef>
                <a:spcPts val="0"/>
              </a:spcBef>
              <a:spcAft>
                <a:spcPts val="0"/>
              </a:spcAft>
              <a:buSzPts val="800"/>
              <a:buFont typeface="Montserrat Medium"/>
              <a:buNone/>
              <a:defRPr>
                <a:latin typeface="Montserrat Medium"/>
                <a:ea typeface="Montserrat Medium"/>
                <a:cs typeface="Montserrat Medium"/>
                <a:sym typeface="Montserrat Medium"/>
              </a:defRPr>
            </a:lvl6pPr>
            <a:lvl7pPr lvl="6" algn="l">
              <a:lnSpc>
                <a:spcPct val="100000"/>
              </a:lnSpc>
              <a:spcBef>
                <a:spcPts val="0"/>
              </a:spcBef>
              <a:spcAft>
                <a:spcPts val="0"/>
              </a:spcAft>
              <a:buSzPts val="800"/>
              <a:buFont typeface="Montserrat Medium"/>
              <a:buNone/>
              <a:defRPr>
                <a:latin typeface="Montserrat Medium"/>
                <a:ea typeface="Montserrat Medium"/>
                <a:cs typeface="Montserrat Medium"/>
                <a:sym typeface="Montserrat Medium"/>
              </a:defRPr>
            </a:lvl7pPr>
            <a:lvl8pPr lvl="7" algn="l">
              <a:lnSpc>
                <a:spcPct val="100000"/>
              </a:lnSpc>
              <a:spcBef>
                <a:spcPts val="0"/>
              </a:spcBef>
              <a:spcAft>
                <a:spcPts val="0"/>
              </a:spcAft>
              <a:buSzPts val="800"/>
              <a:buFont typeface="Montserrat Medium"/>
              <a:buNone/>
              <a:defRPr>
                <a:latin typeface="Montserrat Medium"/>
                <a:ea typeface="Montserrat Medium"/>
                <a:cs typeface="Montserrat Medium"/>
                <a:sym typeface="Montserrat Medium"/>
              </a:defRPr>
            </a:lvl8pPr>
            <a:lvl9pPr lvl="8" algn="l">
              <a:lnSpc>
                <a:spcPct val="100000"/>
              </a:lnSpc>
              <a:spcBef>
                <a:spcPts val="0"/>
              </a:spcBef>
              <a:spcAft>
                <a:spcPts val="0"/>
              </a:spcAft>
              <a:buSzPts val="800"/>
              <a:buFont typeface="Montserrat Medium"/>
              <a:buNone/>
              <a:defRPr>
                <a:latin typeface="Montserrat Medium"/>
                <a:ea typeface="Montserrat Medium"/>
                <a:cs typeface="Montserrat Medium"/>
                <a:sym typeface="Montserrat Medium"/>
              </a:defRPr>
            </a:lvl9pPr>
          </a:lstStyle>
          <a:p>
            <a:endParaRPr/>
          </a:p>
        </p:txBody>
      </p:sp>
      <p:pic>
        <p:nvPicPr>
          <p:cNvPr id="139" name="Google Shape;139;p30"/>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0" y="3655500"/>
            <a:ext cx="591600" cy="1488000"/>
          </a:xfrm>
          <a:prstGeom prst="rect">
            <a:avLst/>
          </a:prstGeom>
          <a:noFill/>
          <a:ln>
            <a:noFill/>
          </a:ln>
        </p:spPr>
      </p:pic>
      <p:pic>
        <p:nvPicPr>
          <p:cNvPr id="140" name="Google Shape;140;p30"/>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30300" y="4781927"/>
            <a:ext cx="352096" cy="328992"/>
          </a:xfrm>
          <a:prstGeom prst="rect">
            <a:avLst/>
          </a:prstGeom>
          <a:noFill/>
          <a:ln>
            <a:noFill/>
          </a:ln>
        </p:spPr>
      </p:pic>
      <p:sp>
        <p:nvSpPr>
          <p:cNvPr id="141" name="Google Shape;141;p30"/>
          <p:cNvSpPr txBox="1"/>
          <p:nvPr/>
        </p:nvSpPr>
        <p:spPr>
          <a:xfrm>
            <a:off x="4565400" y="4783500"/>
            <a:ext cx="4038600" cy="360000"/>
          </a:xfrm>
          <a:prstGeom prst="rect">
            <a:avLst/>
          </a:prstGeom>
          <a:noFill/>
          <a:ln>
            <a:noFill/>
          </a:ln>
        </p:spPr>
        <p:txBody>
          <a:bodyPr spcFirstLastPara="1" wrap="square" lIns="0" tIns="0" rIns="0" bIns="0" anchor="t" anchorCtr="0">
            <a:normAutofit/>
          </a:bodyPr>
          <a:lstStyle/>
          <a:p>
            <a:pPr marL="0" marR="0" lvl="0" indent="0" algn="r" rtl="0">
              <a:lnSpc>
                <a:spcPct val="100000"/>
              </a:lnSpc>
              <a:spcBef>
                <a:spcPts val="0"/>
              </a:spcBef>
              <a:spcAft>
                <a:spcPts val="0"/>
              </a:spcAft>
              <a:buClr>
                <a:schemeClr val="dk1"/>
              </a:buClr>
              <a:buSzPts val="800"/>
              <a:buFont typeface="Montserrat Medium"/>
              <a:buNone/>
            </a:pPr>
            <a:fld id="{00000000-1234-1234-1234-123412341234}" type="slidenum">
              <a:rPr lang="en-GB" sz="800" b="0" i="0" u="none" strike="noStrike" cap="none">
                <a:solidFill>
                  <a:schemeClr val="dk1"/>
                </a:solidFill>
                <a:latin typeface="Montserrat Medium"/>
                <a:ea typeface="Montserrat Medium"/>
                <a:cs typeface="Montserrat Medium"/>
                <a:sym typeface="Montserrat Medium"/>
              </a:rPr>
              <a:t>‹N°›</a:t>
            </a:fld>
            <a:endParaRPr sz="800" b="0" i="0" u="none" strike="noStrike" cap="none">
              <a:solidFill>
                <a:schemeClr val="dk1"/>
              </a:solidFill>
              <a:latin typeface="Montserrat Medium"/>
              <a:ea typeface="Montserrat Medium"/>
              <a:cs typeface="Montserrat Medium"/>
              <a:sym typeface="Montserrat Medium"/>
            </a:endParaRPr>
          </a:p>
        </p:txBody>
      </p:sp>
    </p:spTree>
  </p:cSld>
  <p:clrMapOvr>
    <a:masterClrMapping/>
  </p:clrMapOvr>
  <p:extLst>
    <p:ext uri="{DCECCB84-F9BA-43D5-87BE-67443E8EF086}">
      <p15:sldGuideLst xmlns:p15="http://schemas.microsoft.com/office/powerpoint/2012/main">
        <p15:guide id="1" orient="horz" pos="1215">
          <p15:clr>
            <a:srgbClr val="FBAE40"/>
          </p15:clr>
        </p15:guide>
        <p15:guide id="2" pos="216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64) Thank you">
  <p:cSld name="64) Thank you">
    <p:spTree>
      <p:nvGrpSpPr>
        <p:cNvPr id="1" name="Shape 142"/>
        <p:cNvGrpSpPr/>
        <p:nvPr/>
      </p:nvGrpSpPr>
      <p:grpSpPr>
        <a:xfrm>
          <a:off x="0" y="0"/>
          <a:ext cx="0" cy="0"/>
          <a:chOff x="0" y="0"/>
          <a:chExt cx="0" cy="0"/>
        </a:xfrm>
      </p:grpSpPr>
      <p:pic>
        <p:nvPicPr>
          <p:cNvPr id="143" name="Google Shape;143;p31"/>
          <p:cNvPicPr preferRelativeResize="0"/>
          <p:nvPr/>
        </p:nvPicPr>
        <p:blipFill rotWithShape="1">
          <a:blip r:embed="rId2">
            <a:alphaModFix/>
          </a:blip>
          <a:srcRect/>
          <a:stretch/>
        </p:blipFill>
        <p:spPr>
          <a:xfrm>
            <a:off x="3" y="-25"/>
            <a:ext cx="8817430" cy="4959804"/>
          </a:xfrm>
          <a:prstGeom prst="rect">
            <a:avLst/>
          </a:prstGeom>
          <a:noFill/>
          <a:ln>
            <a:noFill/>
          </a:ln>
          <a:effectLst>
            <a:outerShdw blurRad="57150" dist="19050" dir="5400000" algn="bl" rotWithShape="0">
              <a:srgbClr val="000000">
                <a:alpha val="49019"/>
              </a:srgbClr>
            </a:outerShdw>
          </a:effectLst>
        </p:spPr>
      </p:pic>
      <p:pic>
        <p:nvPicPr>
          <p:cNvPr id="144" name="Google Shape;144;p31"/>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587225" y="553501"/>
            <a:ext cx="1115848" cy="334125"/>
          </a:xfrm>
          <a:prstGeom prst="rect">
            <a:avLst/>
          </a:prstGeom>
          <a:noFill/>
          <a:ln>
            <a:noFill/>
          </a:ln>
        </p:spPr>
      </p:pic>
      <p:sp>
        <p:nvSpPr>
          <p:cNvPr id="145" name="Google Shape;145;p31"/>
          <p:cNvSpPr txBox="1"/>
          <p:nvPr/>
        </p:nvSpPr>
        <p:spPr>
          <a:xfrm>
            <a:off x="1080000" y="2073000"/>
            <a:ext cx="6983700" cy="997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000000"/>
              </a:buClr>
              <a:buSzPts val="5300"/>
              <a:buFont typeface="Arial"/>
              <a:buNone/>
            </a:pPr>
            <a:r>
              <a:rPr lang="en-GB" sz="7100" b="0" i="0" u="none" strike="noStrike" cap="none">
                <a:solidFill>
                  <a:srgbClr val="FFFFFF"/>
                </a:solidFill>
                <a:latin typeface="Montserrat Light"/>
                <a:ea typeface="Montserrat Light"/>
                <a:cs typeface="Montserrat Light"/>
                <a:sym typeface="Montserrat Light"/>
              </a:rPr>
              <a:t>Thank</a:t>
            </a:r>
            <a:r>
              <a:rPr lang="en-GB" sz="7100" b="1" i="0" u="none" strike="noStrike" cap="none">
                <a:solidFill>
                  <a:srgbClr val="FFFFFF"/>
                </a:solidFill>
                <a:latin typeface="Montserrat"/>
                <a:ea typeface="Montserrat"/>
                <a:cs typeface="Montserrat"/>
                <a:sym typeface="Montserrat"/>
              </a:rPr>
              <a:t> you.</a:t>
            </a:r>
            <a:endParaRPr sz="7100" b="1" i="0" u="none" strike="noStrike" cap="none">
              <a:solidFill>
                <a:srgbClr val="FFFFFF"/>
              </a:solidFill>
              <a:latin typeface="Montserrat"/>
              <a:ea typeface="Montserrat"/>
              <a:cs typeface="Montserrat"/>
              <a:sym typeface="Montserrat"/>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45) Content - Display other material 1">
  <p:cSld name="45) Content - Display other material 1">
    <p:spTree>
      <p:nvGrpSpPr>
        <p:cNvPr id="1" name="Shape 146"/>
        <p:cNvGrpSpPr/>
        <p:nvPr/>
      </p:nvGrpSpPr>
      <p:grpSpPr>
        <a:xfrm>
          <a:off x="0" y="0"/>
          <a:ext cx="0" cy="0"/>
          <a:chOff x="0" y="0"/>
          <a:chExt cx="0" cy="0"/>
        </a:xfrm>
      </p:grpSpPr>
      <p:pic>
        <p:nvPicPr>
          <p:cNvPr id="147" name="Google Shape;147;p32"/>
          <p:cNvPicPr preferRelativeResize="0"/>
          <p:nvPr/>
        </p:nvPicPr>
        <p:blipFill rotWithShape="1">
          <a:blip r:embed="rId2" cstate="screen">
            <a:alphaModFix/>
            <a:extLst>
              <a:ext uri="{28A0092B-C50C-407E-A947-70E740481C1C}">
                <a14:useLocalDpi xmlns:a14="http://schemas.microsoft.com/office/drawing/2010/main"/>
              </a:ext>
            </a:extLst>
          </a:blip>
          <a:srcRect t="17177" r="70151"/>
          <a:stretch/>
        </p:blipFill>
        <p:spPr>
          <a:xfrm rot="5400000" flipH="1">
            <a:off x="7276726" y="-905925"/>
            <a:ext cx="999449" cy="2773202"/>
          </a:xfrm>
          <a:prstGeom prst="rect">
            <a:avLst/>
          </a:prstGeom>
          <a:noFill/>
          <a:ln>
            <a:noFill/>
          </a:ln>
        </p:spPr>
      </p:pic>
      <p:sp>
        <p:nvSpPr>
          <p:cNvPr id="148" name="Google Shape;148;p32"/>
          <p:cNvSpPr txBox="1"/>
          <p:nvPr/>
        </p:nvSpPr>
        <p:spPr>
          <a:xfrm>
            <a:off x="8472458" y="4663217"/>
            <a:ext cx="548700" cy="393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95959"/>
              </a:buClr>
              <a:buSzPts val="1000"/>
              <a:buFont typeface="Montserrat"/>
              <a:buNone/>
            </a:pPr>
            <a:fld id="{00000000-1234-1234-1234-123412341234}" type="slidenum">
              <a:rPr lang="en-GB" sz="1000" b="1" i="0" u="none" strike="noStrike" cap="none">
                <a:solidFill>
                  <a:srgbClr val="595959"/>
                </a:solidFill>
                <a:latin typeface="Montserrat"/>
                <a:ea typeface="Montserrat"/>
                <a:cs typeface="Montserrat"/>
                <a:sym typeface="Montserrat"/>
              </a:rPr>
              <a:t>‹N°›</a:t>
            </a:fld>
            <a:endParaRPr sz="1000" b="1" i="0" u="none" strike="noStrike" cap="none">
              <a:solidFill>
                <a:srgbClr val="595959"/>
              </a:solidFill>
              <a:latin typeface="Montserrat"/>
              <a:ea typeface="Montserrat"/>
              <a:cs typeface="Montserrat"/>
              <a:sym typeface="Montserrat"/>
            </a:endParaRPr>
          </a:p>
        </p:txBody>
      </p:sp>
      <p:sp>
        <p:nvSpPr>
          <p:cNvPr id="149" name="Google Shape;149;p32"/>
          <p:cNvSpPr txBox="1">
            <a:spLocks noGrp="1"/>
          </p:cNvSpPr>
          <p:nvPr>
            <p:ph type="title"/>
          </p:nvPr>
        </p:nvSpPr>
        <p:spPr>
          <a:xfrm>
            <a:off x="587225" y="607050"/>
            <a:ext cx="4821600" cy="2775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rgbClr val="3C3C3A"/>
              </a:buClr>
              <a:buSzPts val="1400"/>
              <a:buFont typeface="Montserrat Light"/>
              <a:buNone/>
              <a:defRPr sz="1900">
                <a:solidFill>
                  <a:srgbClr val="3C3C3A"/>
                </a:solidFill>
                <a:latin typeface="Montserrat Light"/>
                <a:ea typeface="Montserrat Light"/>
                <a:cs typeface="Montserrat Light"/>
                <a:sym typeface="Montserrat Light"/>
              </a:defRPr>
            </a:lvl1pPr>
            <a:lvl2pPr lvl="1" algn="l">
              <a:lnSpc>
                <a:spcPct val="90000"/>
              </a:lnSpc>
              <a:spcBef>
                <a:spcPts val="0"/>
              </a:spcBef>
              <a:spcAft>
                <a:spcPts val="0"/>
              </a:spcAft>
              <a:buClr>
                <a:srgbClr val="3C3C3A"/>
              </a:buClr>
              <a:buSzPts val="1400"/>
              <a:buFont typeface="Montserrat Light"/>
              <a:buNone/>
              <a:defRPr sz="1900">
                <a:solidFill>
                  <a:srgbClr val="3C3C3A"/>
                </a:solidFill>
                <a:latin typeface="Montserrat Light"/>
                <a:ea typeface="Montserrat Light"/>
                <a:cs typeface="Montserrat Light"/>
                <a:sym typeface="Montserrat Light"/>
              </a:defRPr>
            </a:lvl2pPr>
            <a:lvl3pPr lvl="2" algn="l">
              <a:lnSpc>
                <a:spcPct val="90000"/>
              </a:lnSpc>
              <a:spcBef>
                <a:spcPts val="0"/>
              </a:spcBef>
              <a:spcAft>
                <a:spcPts val="0"/>
              </a:spcAft>
              <a:buClr>
                <a:srgbClr val="3C3C3A"/>
              </a:buClr>
              <a:buSzPts val="1400"/>
              <a:buFont typeface="Montserrat Light"/>
              <a:buNone/>
              <a:defRPr sz="1900">
                <a:solidFill>
                  <a:srgbClr val="3C3C3A"/>
                </a:solidFill>
                <a:latin typeface="Montserrat Light"/>
                <a:ea typeface="Montserrat Light"/>
                <a:cs typeface="Montserrat Light"/>
                <a:sym typeface="Montserrat Light"/>
              </a:defRPr>
            </a:lvl3pPr>
            <a:lvl4pPr lvl="3" algn="l">
              <a:lnSpc>
                <a:spcPct val="90000"/>
              </a:lnSpc>
              <a:spcBef>
                <a:spcPts val="0"/>
              </a:spcBef>
              <a:spcAft>
                <a:spcPts val="0"/>
              </a:spcAft>
              <a:buClr>
                <a:srgbClr val="3C3C3A"/>
              </a:buClr>
              <a:buSzPts val="1400"/>
              <a:buFont typeface="Montserrat Light"/>
              <a:buNone/>
              <a:defRPr sz="1900">
                <a:solidFill>
                  <a:srgbClr val="3C3C3A"/>
                </a:solidFill>
                <a:latin typeface="Montserrat Light"/>
                <a:ea typeface="Montserrat Light"/>
                <a:cs typeface="Montserrat Light"/>
                <a:sym typeface="Montserrat Light"/>
              </a:defRPr>
            </a:lvl4pPr>
            <a:lvl5pPr lvl="4" algn="l">
              <a:lnSpc>
                <a:spcPct val="90000"/>
              </a:lnSpc>
              <a:spcBef>
                <a:spcPts val="0"/>
              </a:spcBef>
              <a:spcAft>
                <a:spcPts val="0"/>
              </a:spcAft>
              <a:buClr>
                <a:srgbClr val="3C3C3A"/>
              </a:buClr>
              <a:buSzPts val="1400"/>
              <a:buFont typeface="Montserrat Light"/>
              <a:buNone/>
              <a:defRPr sz="1900">
                <a:solidFill>
                  <a:srgbClr val="3C3C3A"/>
                </a:solidFill>
                <a:latin typeface="Montserrat Light"/>
                <a:ea typeface="Montserrat Light"/>
                <a:cs typeface="Montserrat Light"/>
                <a:sym typeface="Montserrat Light"/>
              </a:defRPr>
            </a:lvl5pPr>
            <a:lvl6pPr lvl="5" algn="l">
              <a:lnSpc>
                <a:spcPct val="90000"/>
              </a:lnSpc>
              <a:spcBef>
                <a:spcPts val="0"/>
              </a:spcBef>
              <a:spcAft>
                <a:spcPts val="0"/>
              </a:spcAft>
              <a:buClr>
                <a:srgbClr val="3C3C3A"/>
              </a:buClr>
              <a:buSzPts val="1400"/>
              <a:buFont typeface="Montserrat Light"/>
              <a:buNone/>
              <a:defRPr sz="1900">
                <a:solidFill>
                  <a:srgbClr val="3C3C3A"/>
                </a:solidFill>
                <a:latin typeface="Montserrat Light"/>
                <a:ea typeface="Montserrat Light"/>
                <a:cs typeface="Montserrat Light"/>
                <a:sym typeface="Montserrat Light"/>
              </a:defRPr>
            </a:lvl6pPr>
            <a:lvl7pPr lvl="6" algn="l">
              <a:lnSpc>
                <a:spcPct val="90000"/>
              </a:lnSpc>
              <a:spcBef>
                <a:spcPts val="0"/>
              </a:spcBef>
              <a:spcAft>
                <a:spcPts val="0"/>
              </a:spcAft>
              <a:buClr>
                <a:srgbClr val="3C3C3A"/>
              </a:buClr>
              <a:buSzPts val="1400"/>
              <a:buFont typeface="Montserrat Light"/>
              <a:buNone/>
              <a:defRPr sz="1900">
                <a:solidFill>
                  <a:srgbClr val="3C3C3A"/>
                </a:solidFill>
                <a:latin typeface="Montserrat Light"/>
                <a:ea typeface="Montserrat Light"/>
                <a:cs typeface="Montserrat Light"/>
                <a:sym typeface="Montserrat Light"/>
              </a:defRPr>
            </a:lvl7pPr>
            <a:lvl8pPr lvl="7" algn="l">
              <a:lnSpc>
                <a:spcPct val="90000"/>
              </a:lnSpc>
              <a:spcBef>
                <a:spcPts val="0"/>
              </a:spcBef>
              <a:spcAft>
                <a:spcPts val="0"/>
              </a:spcAft>
              <a:buClr>
                <a:srgbClr val="3C3C3A"/>
              </a:buClr>
              <a:buSzPts val="1400"/>
              <a:buFont typeface="Montserrat Light"/>
              <a:buNone/>
              <a:defRPr sz="1900">
                <a:solidFill>
                  <a:srgbClr val="3C3C3A"/>
                </a:solidFill>
                <a:latin typeface="Montserrat Light"/>
                <a:ea typeface="Montserrat Light"/>
                <a:cs typeface="Montserrat Light"/>
                <a:sym typeface="Montserrat Light"/>
              </a:defRPr>
            </a:lvl8pPr>
            <a:lvl9pPr lvl="8" algn="l">
              <a:lnSpc>
                <a:spcPct val="90000"/>
              </a:lnSpc>
              <a:spcBef>
                <a:spcPts val="0"/>
              </a:spcBef>
              <a:spcAft>
                <a:spcPts val="0"/>
              </a:spcAft>
              <a:buClr>
                <a:srgbClr val="3C3C3A"/>
              </a:buClr>
              <a:buSzPts val="1400"/>
              <a:buFont typeface="Montserrat Light"/>
              <a:buNone/>
              <a:defRPr sz="1900">
                <a:solidFill>
                  <a:srgbClr val="3C3C3A"/>
                </a:solidFill>
                <a:latin typeface="Montserrat Light"/>
                <a:ea typeface="Montserrat Light"/>
                <a:cs typeface="Montserrat Light"/>
                <a:sym typeface="Montserrat Light"/>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64"/>
        <p:cNvGrpSpPr/>
        <p:nvPr/>
      </p:nvGrpSpPr>
      <p:grpSpPr>
        <a:xfrm>
          <a:off x="0" y="0"/>
          <a:ext cx="0" cy="0"/>
          <a:chOff x="0" y="0"/>
          <a:chExt cx="0" cy="0"/>
        </a:xfrm>
      </p:grpSpPr>
      <p:sp>
        <p:nvSpPr>
          <p:cNvPr id="165" name="Google Shape;165;p34"/>
          <p:cNvSpPr txBox="1">
            <a:spLocks noGrp="1"/>
          </p:cNvSpPr>
          <p:nvPr>
            <p:ph type="title"/>
          </p:nvPr>
        </p:nvSpPr>
        <p:spPr>
          <a:xfrm>
            <a:off x="457200" y="205740"/>
            <a:ext cx="8229600" cy="3693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100"/>
              <a:buNone/>
              <a:defRPr sz="2400" b="1">
                <a:solidFill>
                  <a:srgbClr val="9C6E0D"/>
                </a:solidFill>
                <a:latin typeface="Montserrat"/>
                <a:ea typeface="Montserrat"/>
                <a:cs typeface="Montserrat"/>
                <a:sym typeface="Montserrat"/>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66" name="Google Shape;166;p34"/>
          <p:cNvSpPr txBox="1">
            <a:spLocks noGrp="1"/>
          </p:cNvSpPr>
          <p:nvPr>
            <p:ph type="sldNum" idx="12"/>
          </p:nvPr>
        </p:nvSpPr>
        <p:spPr>
          <a:xfrm>
            <a:off x="6922240" y="4856789"/>
            <a:ext cx="2103000" cy="126900"/>
          </a:xfrm>
          <a:prstGeom prst="rect">
            <a:avLst/>
          </a:prstGeom>
          <a:noFill/>
          <a:ln>
            <a:noFill/>
          </a:ln>
        </p:spPr>
        <p:txBody>
          <a:bodyPr spcFirstLastPara="1" wrap="square" lIns="0" tIns="0" rIns="0" bIns="0" anchor="t" anchorCtr="0">
            <a:noAutofit/>
          </a:bodyPr>
          <a:lstStyle>
            <a:lvl1pPr marL="0" marR="0" lvl="0" indent="0" algn="r" rtl="0">
              <a:lnSpc>
                <a:spcPct val="100000"/>
              </a:lnSpc>
              <a:spcBef>
                <a:spcPts val="0"/>
              </a:spcBef>
              <a:spcAft>
                <a:spcPts val="0"/>
              </a:spcAft>
              <a:buClr>
                <a:srgbClr val="888888"/>
              </a:buClr>
              <a:buSzPts val="700"/>
              <a:buFont typeface="Montserrat"/>
              <a:buNone/>
              <a:defRPr sz="700" b="0" i="0" u="none" strike="noStrike" cap="none">
                <a:solidFill>
                  <a:srgbClr val="888888"/>
                </a:solidFill>
                <a:latin typeface="Montserrat"/>
                <a:ea typeface="Montserrat"/>
                <a:cs typeface="Montserrat"/>
                <a:sym typeface="Montserrat"/>
              </a:defRPr>
            </a:lvl1pPr>
            <a:lvl2pPr marL="0" marR="0" lvl="1" indent="0" algn="r" rtl="0">
              <a:lnSpc>
                <a:spcPct val="100000"/>
              </a:lnSpc>
              <a:spcBef>
                <a:spcPts val="0"/>
              </a:spcBef>
              <a:spcAft>
                <a:spcPts val="0"/>
              </a:spcAft>
              <a:buClr>
                <a:srgbClr val="888888"/>
              </a:buClr>
              <a:buSzPts val="700"/>
              <a:buFont typeface="Montserrat"/>
              <a:buNone/>
              <a:defRPr sz="700" b="0" i="0" u="none" strike="noStrike" cap="none">
                <a:solidFill>
                  <a:srgbClr val="888888"/>
                </a:solidFill>
                <a:latin typeface="Montserrat"/>
                <a:ea typeface="Montserrat"/>
                <a:cs typeface="Montserrat"/>
                <a:sym typeface="Montserrat"/>
              </a:defRPr>
            </a:lvl2pPr>
            <a:lvl3pPr marL="0" marR="0" lvl="2" indent="0" algn="r" rtl="0">
              <a:lnSpc>
                <a:spcPct val="100000"/>
              </a:lnSpc>
              <a:spcBef>
                <a:spcPts val="0"/>
              </a:spcBef>
              <a:spcAft>
                <a:spcPts val="0"/>
              </a:spcAft>
              <a:buClr>
                <a:srgbClr val="888888"/>
              </a:buClr>
              <a:buSzPts val="700"/>
              <a:buFont typeface="Montserrat"/>
              <a:buNone/>
              <a:defRPr sz="700" b="0" i="0" u="none" strike="noStrike" cap="none">
                <a:solidFill>
                  <a:srgbClr val="888888"/>
                </a:solidFill>
                <a:latin typeface="Montserrat"/>
                <a:ea typeface="Montserrat"/>
                <a:cs typeface="Montserrat"/>
                <a:sym typeface="Montserrat"/>
              </a:defRPr>
            </a:lvl3pPr>
            <a:lvl4pPr marL="0" marR="0" lvl="3" indent="0" algn="r" rtl="0">
              <a:lnSpc>
                <a:spcPct val="100000"/>
              </a:lnSpc>
              <a:spcBef>
                <a:spcPts val="0"/>
              </a:spcBef>
              <a:spcAft>
                <a:spcPts val="0"/>
              </a:spcAft>
              <a:buClr>
                <a:srgbClr val="888888"/>
              </a:buClr>
              <a:buSzPts val="700"/>
              <a:buFont typeface="Montserrat"/>
              <a:buNone/>
              <a:defRPr sz="700" b="0" i="0" u="none" strike="noStrike" cap="none">
                <a:solidFill>
                  <a:srgbClr val="888888"/>
                </a:solidFill>
                <a:latin typeface="Montserrat"/>
                <a:ea typeface="Montserrat"/>
                <a:cs typeface="Montserrat"/>
                <a:sym typeface="Montserrat"/>
              </a:defRPr>
            </a:lvl4pPr>
            <a:lvl5pPr marL="0" marR="0" lvl="4" indent="0" algn="r" rtl="0">
              <a:lnSpc>
                <a:spcPct val="100000"/>
              </a:lnSpc>
              <a:spcBef>
                <a:spcPts val="0"/>
              </a:spcBef>
              <a:spcAft>
                <a:spcPts val="0"/>
              </a:spcAft>
              <a:buClr>
                <a:srgbClr val="888888"/>
              </a:buClr>
              <a:buSzPts val="700"/>
              <a:buFont typeface="Montserrat"/>
              <a:buNone/>
              <a:defRPr sz="700" b="0" i="0" u="none" strike="noStrike" cap="none">
                <a:solidFill>
                  <a:srgbClr val="888888"/>
                </a:solidFill>
                <a:latin typeface="Montserrat"/>
                <a:ea typeface="Montserrat"/>
                <a:cs typeface="Montserrat"/>
                <a:sym typeface="Montserrat"/>
              </a:defRPr>
            </a:lvl5pPr>
            <a:lvl6pPr marL="0" marR="0" lvl="5" indent="0" algn="r" rtl="0">
              <a:lnSpc>
                <a:spcPct val="100000"/>
              </a:lnSpc>
              <a:spcBef>
                <a:spcPts val="0"/>
              </a:spcBef>
              <a:spcAft>
                <a:spcPts val="0"/>
              </a:spcAft>
              <a:buClr>
                <a:srgbClr val="888888"/>
              </a:buClr>
              <a:buSzPts val="700"/>
              <a:buFont typeface="Montserrat"/>
              <a:buNone/>
              <a:defRPr sz="700" b="0" i="0" u="none" strike="noStrike" cap="none">
                <a:solidFill>
                  <a:srgbClr val="888888"/>
                </a:solidFill>
                <a:latin typeface="Montserrat"/>
                <a:ea typeface="Montserrat"/>
                <a:cs typeface="Montserrat"/>
                <a:sym typeface="Montserrat"/>
              </a:defRPr>
            </a:lvl6pPr>
            <a:lvl7pPr marL="0" marR="0" lvl="6" indent="0" algn="r" rtl="0">
              <a:lnSpc>
                <a:spcPct val="100000"/>
              </a:lnSpc>
              <a:spcBef>
                <a:spcPts val="0"/>
              </a:spcBef>
              <a:spcAft>
                <a:spcPts val="0"/>
              </a:spcAft>
              <a:buClr>
                <a:srgbClr val="888888"/>
              </a:buClr>
              <a:buSzPts val="700"/>
              <a:buFont typeface="Montserrat"/>
              <a:buNone/>
              <a:defRPr sz="700" b="0" i="0" u="none" strike="noStrike" cap="none">
                <a:solidFill>
                  <a:srgbClr val="888888"/>
                </a:solidFill>
                <a:latin typeface="Montserrat"/>
                <a:ea typeface="Montserrat"/>
                <a:cs typeface="Montserrat"/>
                <a:sym typeface="Montserrat"/>
              </a:defRPr>
            </a:lvl7pPr>
            <a:lvl8pPr marL="0" marR="0" lvl="7" indent="0" algn="r" rtl="0">
              <a:lnSpc>
                <a:spcPct val="100000"/>
              </a:lnSpc>
              <a:spcBef>
                <a:spcPts val="0"/>
              </a:spcBef>
              <a:spcAft>
                <a:spcPts val="0"/>
              </a:spcAft>
              <a:buClr>
                <a:srgbClr val="888888"/>
              </a:buClr>
              <a:buSzPts val="700"/>
              <a:buFont typeface="Montserrat"/>
              <a:buNone/>
              <a:defRPr sz="700" b="0" i="0" u="none" strike="noStrike" cap="none">
                <a:solidFill>
                  <a:srgbClr val="888888"/>
                </a:solidFill>
                <a:latin typeface="Montserrat"/>
                <a:ea typeface="Montserrat"/>
                <a:cs typeface="Montserrat"/>
                <a:sym typeface="Montserrat"/>
              </a:defRPr>
            </a:lvl8pPr>
            <a:lvl9pPr marL="0" marR="0" lvl="8" indent="0" algn="r" rtl="0">
              <a:lnSpc>
                <a:spcPct val="100000"/>
              </a:lnSpc>
              <a:spcBef>
                <a:spcPts val="0"/>
              </a:spcBef>
              <a:spcAft>
                <a:spcPts val="0"/>
              </a:spcAft>
              <a:buClr>
                <a:srgbClr val="888888"/>
              </a:buClr>
              <a:buSzPts val="700"/>
              <a:buFont typeface="Montserrat"/>
              <a:buNone/>
              <a:defRPr sz="7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GB"/>
              <a:t>‹N°›</a:t>
            </a:fld>
            <a:endParaRPr/>
          </a:p>
        </p:txBody>
      </p:sp>
      <p:sp>
        <p:nvSpPr>
          <p:cNvPr id="167" name="Google Shape;167;p34"/>
          <p:cNvSpPr txBox="1">
            <a:spLocks noGrp="1"/>
          </p:cNvSpPr>
          <p:nvPr>
            <p:ph type="dt" idx="10"/>
          </p:nvPr>
        </p:nvSpPr>
        <p:spPr>
          <a:xfrm>
            <a:off x="292261" y="4856789"/>
            <a:ext cx="2103000" cy="107674"/>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888888"/>
              </a:buClr>
              <a:buSzPts val="1100"/>
              <a:buFont typeface="Montserrat"/>
              <a:buNone/>
              <a:defRPr sz="700" b="0" i="0" u="none" strike="noStrike" cap="none">
                <a:solidFill>
                  <a:srgbClr val="888888"/>
                </a:solidFill>
                <a:latin typeface="Montserrat"/>
                <a:ea typeface="Montserrat"/>
                <a:cs typeface="Montserrat"/>
                <a:sym typeface="Montserrat"/>
              </a:defRPr>
            </a:lvl1pPr>
            <a:lvl2pPr marR="0" lvl="1" algn="l" rtl="0">
              <a:lnSpc>
                <a:spcPct val="100000"/>
              </a:lnSpc>
              <a:spcBef>
                <a:spcPts val="0"/>
              </a:spcBef>
              <a:spcAft>
                <a:spcPts val="0"/>
              </a:spcAft>
              <a:buClr>
                <a:schemeClr val="dk1"/>
              </a:buClr>
              <a:buSzPts val="11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1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1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1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1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1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1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100"/>
              <a:buFont typeface="Arial"/>
              <a:buNone/>
              <a:defRPr sz="14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168"/>
        <p:cNvGrpSpPr/>
        <p:nvPr/>
      </p:nvGrpSpPr>
      <p:grpSpPr>
        <a:xfrm>
          <a:off x="0" y="0"/>
          <a:ext cx="0" cy="0"/>
          <a:chOff x="0" y="0"/>
          <a:chExt cx="0" cy="0"/>
        </a:xfrm>
      </p:grpSpPr>
      <p:sp>
        <p:nvSpPr>
          <p:cNvPr id="169" name="Google Shape;169;p35"/>
          <p:cNvSpPr txBox="1">
            <a:spLocks noGrp="1"/>
          </p:cNvSpPr>
          <p:nvPr>
            <p:ph type="title"/>
          </p:nvPr>
        </p:nvSpPr>
        <p:spPr>
          <a:xfrm>
            <a:off x="457200" y="205740"/>
            <a:ext cx="8229600" cy="3693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100"/>
              <a:buNone/>
              <a:defRPr sz="2400" b="1">
                <a:solidFill>
                  <a:srgbClr val="9C6E0D"/>
                </a:solidFill>
                <a:latin typeface="Montserrat"/>
                <a:ea typeface="Montserrat"/>
                <a:cs typeface="Montserrat"/>
                <a:sym typeface="Montserrat"/>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70" name="Google Shape;170;p35"/>
          <p:cNvSpPr txBox="1">
            <a:spLocks noGrp="1"/>
          </p:cNvSpPr>
          <p:nvPr>
            <p:ph type="sldNum" idx="12"/>
          </p:nvPr>
        </p:nvSpPr>
        <p:spPr>
          <a:xfrm>
            <a:off x="6922240" y="4856789"/>
            <a:ext cx="2103000" cy="126900"/>
          </a:xfrm>
          <a:prstGeom prst="rect">
            <a:avLst/>
          </a:prstGeom>
          <a:noFill/>
          <a:ln>
            <a:noFill/>
          </a:ln>
        </p:spPr>
        <p:txBody>
          <a:bodyPr spcFirstLastPara="1" wrap="square" lIns="0" tIns="0" rIns="0" bIns="0" anchor="t" anchorCtr="0">
            <a:noAutofit/>
          </a:bodyPr>
          <a:lstStyle>
            <a:lvl1pPr marL="0" marR="0" lvl="0" indent="0" algn="r" rtl="0">
              <a:lnSpc>
                <a:spcPct val="100000"/>
              </a:lnSpc>
              <a:spcBef>
                <a:spcPts val="0"/>
              </a:spcBef>
              <a:spcAft>
                <a:spcPts val="0"/>
              </a:spcAft>
              <a:buClr>
                <a:srgbClr val="888888"/>
              </a:buClr>
              <a:buSzPts val="800"/>
              <a:buFont typeface="Montserrat"/>
              <a:buNone/>
              <a:defRPr sz="800" b="0" i="0" u="none" strike="noStrike" cap="none">
                <a:solidFill>
                  <a:srgbClr val="888888"/>
                </a:solidFill>
                <a:latin typeface="Montserrat"/>
                <a:ea typeface="Montserrat"/>
                <a:cs typeface="Montserrat"/>
                <a:sym typeface="Montserrat"/>
              </a:defRPr>
            </a:lvl1pPr>
            <a:lvl2pPr marL="0" marR="0" lvl="1" indent="0" algn="r" rtl="0">
              <a:lnSpc>
                <a:spcPct val="100000"/>
              </a:lnSpc>
              <a:spcBef>
                <a:spcPts val="0"/>
              </a:spcBef>
              <a:spcAft>
                <a:spcPts val="0"/>
              </a:spcAft>
              <a:buClr>
                <a:srgbClr val="888888"/>
              </a:buClr>
              <a:buSzPts val="800"/>
              <a:buFont typeface="Montserrat"/>
              <a:buNone/>
              <a:defRPr sz="800" b="0" i="0" u="none" strike="noStrike" cap="none">
                <a:solidFill>
                  <a:srgbClr val="888888"/>
                </a:solidFill>
                <a:latin typeface="Montserrat"/>
                <a:ea typeface="Montserrat"/>
                <a:cs typeface="Montserrat"/>
                <a:sym typeface="Montserrat"/>
              </a:defRPr>
            </a:lvl2pPr>
            <a:lvl3pPr marL="0" marR="0" lvl="2" indent="0" algn="r" rtl="0">
              <a:lnSpc>
                <a:spcPct val="100000"/>
              </a:lnSpc>
              <a:spcBef>
                <a:spcPts val="0"/>
              </a:spcBef>
              <a:spcAft>
                <a:spcPts val="0"/>
              </a:spcAft>
              <a:buClr>
                <a:srgbClr val="888888"/>
              </a:buClr>
              <a:buSzPts val="800"/>
              <a:buFont typeface="Montserrat"/>
              <a:buNone/>
              <a:defRPr sz="800" b="0" i="0" u="none" strike="noStrike" cap="none">
                <a:solidFill>
                  <a:srgbClr val="888888"/>
                </a:solidFill>
                <a:latin typeface="Montserrat"/>
                <a:ea typeface="Montserrat"/>
                <a:cs typeface="Montserrat"/>
                <a:sym typeface="Montserrat"/>
              </a:defRPr>
            </a:lvl3pPr>
            <a:lvl4pPr marL="0" marR="0" lvl="3" indent="0" algn="r" rtl="0">
              <a:lnSpc>
                <a:spcPct val="100000"/>
              </a:lnSpc>
              <a:spcBef>
                <a:spcPts val="0"/>
              </a:spcBef>
              <a:spcAft>
                <a:spcPts val="0"/>
              </a:spcAft>
              <a:buClr>
                <a:srgbClr val="888888"/>
              </a:buClr>
              <a:buSzPts val="800"/>
              <a:buFont typeface="Montserrat"/>
              <a:buNone/>
              <a:defRPr sz="800" b="0" i="0" u="none" strike="noStrike" cap="none">
                <a:solidFill>
                  <a:srgbClr val="888888"/>
                </a:solidFill>
                <a:latin typeface="Montserrat"/>
                <a:ea typeface="Montserrat"/>
                <a:cs typeface="Montserrat"/>
                <a:sym typeface="Montserrat"/>
              </a:defRPr>
            </a:lvl4pPr>
            <a:lvl5pPr marL="0" marR="0" lvl="4" indent="0" algn="r" rtl="0">
              <a:lnSpc>
                <a:spcPct val="100000"/>
              </a:lnSpc>
              <a:spcBef>
                <a:spcPts val="0"/>
              </a:spcBef>
              <a:spcAft>
                <a:spcPts val="0"/>
              </a:spcAft>
              <a:buClr>
                <a:srgbClr val="888888"/>
              </a:buClr>
              <a:buSzPts val="800"/>
              <a:buFont typeface="Montserrat"/>
              <a:buNone/>
              <a:defRPr sz="800" b="0" i="0" u="none" strike="noStrike" cap="none">
                <a:solidFill>
                  <a:srgbClr val="888888"/>
                </a:solidFill>
                <a:latin typeface="Montserrat"/>
                <a:ea typeface="Montserrat"/>
                <a:cs typeface="Montserrat"/>
                <a:sym typeface="Montserrat"/>
              </a:defRPr>
            </a:lvl5pPr>
            <a:lvl6pPr marL="0" marR="0" lvl="5" indent="0" algn="r" rtl="0">
              <a:lnSpc>
                <a:spcPct val="100000"/>
              </a:lnSpc>
              <a:spcBef>
                <a:spcPts val="0"/>
              </a:spcBef>
              <a:spcAft>
                <a:spcPts val="0"/>
              </a:spcAft>
              <a:buClr>
                <a:srgbClr val="888888"/>
              </a:buClr>
              <a:buSzPts val="800"/>
              <a:buFont typeface="Montserrat"/>
              <a:buNone/>
              <a:defRPr sz="800" b="0" i="0" u="none" strike="noStrike" cap="none">
                <a:solidFill>
                  <a:srgbClr val="888888"/>
                </a:solidFill>
                <a:latin typeface="Montserrat"/>
                <a:ea typeface="Montserrat"/>
                <a:cs typeface="Montserrat"/>
                <a:sym typeface="Montserrat"/>
              </a:defRPr>
            </a:lvl6pPr>
            <a:lvl7pPr marL="0" marR="0" lvl="6" indent="0" algn="r" rtl="0">
              <a:lnSpc>
                <a:spcPct val="100000"/>
              </a:lnSpc>
              <a:spcBef>
                <a:spcPts val="0"/>
              </a:spcBef>
              <a:spcAft>
                <a:spcPts val="0"/>
              </a:spcAft>
              <a:buClr>
                <a:srgbClr val="888888"/>
              </a:buClr>
              <a:buSzPts val="800"/>
              <a:buFont typeface="Montserrat"/>
              <a:buNone/>
              <a:defRPr sz="800" b="0" i="0" u="none" strike="noStrike" cap="none">
                <a:solidFill>
                  <a:srgbClr val="888888"/>
                </a:solidFill>
                <a:latin typeface="Montserrat"/>
                <a:ea typeface="Montserrat"/>
                <a:cs typeface="Montserrat"/>
                <a:sym typeface="Montserrat"/>
              </a:defRPr>
            </a:lvl7pPr>
            <a:lvl8pPr marL="0" marR="0" lvl="7" indent="0" algn="r" rtl="0">
              <a:lnSpc>
                <a:spcPct val="100000"/>
              </a:lnSpc>
              <a:spcBef>
                <a:spcPts val="0"/>
              </a:spcBef>
              <a:spcAft>
                <a:spcPts val="0"/>
              </a:spcAft>
              <a:buClr>
                <a:srgbClr val="888888"/>
              </a:buClr>
              <a:buSzPts val="800"/>
              <a:buFont typeface="Montserrat"/>
              <a:buNone/>
              <a:defRPr sz="800" b="0" i="0" u="none" strike="noStrike" cap="none">
                <a:solidFill>
                  <a:srgbClr val="888888"/>
                </a:solidFill>
                <a:latin typeface="Montserrat"/>
                <a:ea typeface="Montserrat"/>
                <a:cs typeface="Montserrat"/>
                <a:sym typeface="Montserrat"/>
              </a:defRPr>
            </a:lvl8pPr>
            <a:lvl9pPr marL="0" marR="0" lvl="8" indent="0" algn="r" rtl="0">
              <a:lnSpc>
                <a:spcPct val="100000"/>
              </a:lnSpc>
              <a:spcBef>
                <a:spcPts val="0"/>
              </a:spcBef>
              <a:spcAft>
                <a:spcPts val="0"/>
              </a:spcAft>
              <a:buClr>
                <a:srgbClr val="888888"/>
              </a:buClr>
              <a:buSzPts val="800"/>
              <a:buFont typeface="Montserrat"/>
              <a:buNone/>
              <a:defRPr sz="8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GB"/>
              <a:t>‹N°›</a:t>
            </a:fld>
            <a:endParaRPr/>
          </a:p>
        </p:txBody>
      </p:sp>
      <p:sp>
        <p:nvSpPr>
          <p:cNvPr id="171" name="Google Shape;171;p35"/>
          <p:cNvSpPr txBox="1">
            <a:spLocks noGrp="1"/>
          </p:cNvSpPr>
          <p:nvPr>
            <p:ph type="dt" idx="10"/>
          </p:nvPr>
        </p:nvSpPr>
        <p:spPr>
          <a:xfrm>
            <a:off x="292261" y="4856789"/>
            <a:ext cx="2103000" cy="1269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888888"/>
              </a:buClr>
              <a:buSzPts val="800"/>
              <a:buFont typeface="Montserrat"/>
              <a:buNone/>
              <a:defRPr sz="800" b="0" i="0" u="none" strike="noStrike" cap="none">
                <a:solidFill>
                  <a:srgbClr val="888888"/>
                </a:solidFill>
                <a:latin typeface="Montserrat"/>
                <a:ea typeface="Montserrat"/>
                <a:cs typeface="Montserrat"/>
                <a:sym typeface="Montserrat"/>
              </a:defRPr>
            </a:lvl1pPr>
            <a:lvl2pPr marR="0" lvl="1" algn="l" rtl="0">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ampaign summary">
  <p:cSld name="Campaign summary">
    <p:spTree>
      <p:nvGrpSpPr>
        <p:cNvPr id="1" name="Shape 172"/>
        <p:cNvGrpSpPr/>
        <p:nvPr/>
      </p:nvGrpSpPr>
      <p:grpSpPr>
        <a:xfrm>
          <a:off x="0" y="0"/>
          <a:ext cx="0" cy="0"/>
          <a:chOff x="0" y="0"/>
          <a:chExt cx="0" cy="0"/>
        </a:xfrm>
      </p:grpSpPr>
      <p:sp>
        <p:nvSpPr>
          <p:cNvPr id="173" name="Google Shape;173;p36"/>
          <p:cNvSpPr txBox="1">
            <a:spLocks noGrp="1"/>
          </p:cNvSpPr>
          <p:nvPr>
            <p:ph type="body" idx="1"/>
          </p:nvPr>
        </p:nvSpPr>
        <p:spPr>
          <a:xfrm>
            <a:off x="540000" y="1080000"/>
            <a:ext cx="6156300" cy="3467400"/>
          </a:xfrm>
          <a:prstGeom prst="rect">
            <a:avLst/>
          </a:prstGeom>
          <a:noFill/>
          <a:ln>
            <a:noFill/>
          </a:ln>
        </p:spPr>
        <p:txBody>
          <a:bodyPr spcFirstLastPara="1" wrap="square" lIns="0" tIns="0" rIns="0" bIns="0" anchor="t" anchorCtr="0">
            <a:noAutofit/>
          </a:bodyPr>
          <a:lstStyle>
            <a:lvl1pPr marL="457200" lvl="0"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1pPr>
            <a:lvl2pPr marL="914400" lvl="1"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2pPr>
            <a:lvl3pPr marL="1371600" lvl="2"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3pPr>
            <a:lvl4pPr marL="1828800" lvl="3"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4pPr>
            <a:lvl5pPr marL="2286000" lvl="4"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5pPr>
            <a:lvl6pPr marL="2743200" lvl="5"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6pPr>
            <a:lvl7pPr marL="3200400" lvl="6"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7pPr>
            <a:lvl8pPr marL="3657600" lvl="7"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8pPr>
            <a:lvl9pPr marL="4114800" lvl="8"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9pPr>
          </a:lstStyle>
          <a:p>
            <a:endParaRPr/>
          </a:p>
        </p:txBody>
      </p:sp>
      <p:sp>
        <p:nvSpPr>
          <p:cNvPr id="174" name="Google Shape;174;p36"/>
          <p:cNvSpPr txBox="1">
            <a:spLocks noGrp="1"/>
          </p:cNvSpPr>
          <p:nvPr>
            <p:ph type="title"/>
          </p:nvPr>
        </p:nvSpPr>
        <p:spPr>
          <a:xfrm>
            <a:off x="540000" y="360000"/>
            <a:ext cx="8064000" cy="288000"/>
          </a:xfrm>
          <a:prstGeom prst="rect">
            <a:avLst/>
          </a:prstGeom>
          <a:noFill/>
          <a:ln>
            <a:noFill/>
          </a:ln>
        </p:spPr>
        <p:txBody>
          <a:bodyPr spcFirstLastPara="1" wrap="square" lIns="68600" tIns="68600" rIns="68600" bIns="68600" anchor="ctr" anchorCtr="0">
            <a:noAutofit/>
          </a:bodyPr>
          <a:lstStyle>
            <a:lvl1pPr lvl="0" algn="l">
              <a:lnSpc>
                <a:spcPct val="100000"/>
              </a:lnSpc>
              <a:spcBef>
                <a:spcPts val="0"/>
              </a:spcBef>
              <a:spcAft>
                <a:spcPts val="0"/>
              </a:spcAft>
              <a:buSzPts val="1500"/>
              <a:buFont typeface="Montserrat Medium"/>
              <a:buNone/>
              <a:defRPr sz="2000" b="0">
                <a:latin typeface="Montserrat Medium"/>
                <a:ea typeface="Montserrat Medium"/>
                <a:cs typeface="Montserrat Medium"/>
                <a:sym typeface="Montserrat Medium"/>
              </a:defRPr>
            </a:lvl1pPr>
            <a:lvl2pPr lvl="1" algn="l">
              <a:lnSpc>
                <a:spcPct val="100000"/>
              </a:lnSpc>
              <a:spcBef>
                <a:spcPts val="0"/>
              </a:spcBef>
              <a:spcAft>
                <a:spcPts val="0"/>
              </a:spcAft>
              <a:buClr>
                <a:schemeClr val="dk1"/>
              </a:buClr>
              <a:buSzPts val="1100"/>
              <a:buNone/>
              <a:defRPr>
                <a:solidFill>
                  <a:schemeClr val="dk1"/>
                </a:solidFill>
              </a:defRPr>
            </a:lvl2pPr>
            <a:lvl3pPr lvl="2" algn="l">
              <a:lnSpc>
                <a:spcPct val="100000"/>
              </a:lnSpc>
              <a:spcBef>
                <a:spcPts val="0"/>
              </a:spcBef>
              <a:spcAft>
                <a:spcPts val="0"/>
              </a:spcAft>
              <a:buClr>
                <a:schemeClr val="dk1"/>
              </a:buClr>
              <a:buSzPts val="1100"/>
              <a:buNone/>
              <a:defRPr>
                <a:solidFill>
                  <a:schemeClr val="dk1"/>
                </a:solidFill>
              </a:defRPr>
            </a:lvl3pPr>
            <a:lvl4pPr lvl="3" algn="l">
              <a:lnSpc>
                <a:spcPct val="100000"/>
              </a:lnSpc>
              <a:spcBef>
                <a:spcPts val="0"/>
              </a:spcBef>
              <a:spcAft>
                <a:spcPts val="0"/>
              </a:spcAft>
              <a:buClr>
                <a:schemeClr val="dk1"/>
              </a:buClr>
              <a:buSzPts val="1100"/>
              <a:buNone/>
              <a:defRPr>
                <a:solidFill>
                  <a:schemeClr val="dk1"/>
                </a:solidFill>
              </a:defRPr>
            </a:lvl4pPr>
            <a:lvl5pPr lvl="4" algn="l">
              <a:lnSpc>
                <a:spcPct val="100000"/>
              </a:lnSpc>
              <a:spcBef>
                <a:spcPts val="0"/>
              </a:spcBef>
              <a:spcAft>
                <a:spcPts val="0"/>
              </a:spcAft>
              <a:buClr>
                <a:schemeClr val="dk1"/>
              </a:buClr>
              <a:buSzPts val="1100"/>
              <a:buNone/>
              <a:defRPr>
                <a:solidFill>
                  <a:schemeClr val="dk1"/>
                </a:solidFill>
              </a:defRPr>
            </a:lvl5pPr>
            <a:lvl6pPr lvl="5" algn="l">
              <a:lnSpc>
                <a:spcPct val="100000"/>
              </a:lnSpc>
              <a:spcBef>
                <a:spcPts val="0"/>
              </a:spcBef>
              <a:spcAft>
                <a:spcPts val="0"/>
              </a:spcAft>
              <a:buClr>
                <a:schemeClr val="dk1"/>
              </a:buClr>
              <a:buSzPts val="1100"/>
              <a:buNone/>
              <a:defRPr>
                <a:solidFill>
                  <a:schemeClr val="dk1"/>
                </a:solidFill>
              </a:defRPr>
            </a:lvl6pPr>
            <a:lvl7pPr lvl="6" algn="l">
              <a:lnSpc>
                <a:spcPct val="100000"/>
              </a:lnSpc>
              <a:spcBef>
                <a:spcPts val="0"/>
              </a:spcBef>
              <a:spcAft>
                <a:spcPts val="0"/>
              </a:spcAft>
              <a:buClr>
                <a:schemeClr val="dk1"/>
              </a:buClr>
              <a:buSzPts val="1100"/>
              <a:buNone/>
              <a:defRPr>
                <a:solidFill>
                  <a:schemeClr val="dk1"/>
                </a:solidFill>
              </a:defRPr>
            </a:lvl7pPr>
            <a:lvl8pPr lvl="7" algn="l">
              <a:lnSpc>
                <a:spcPct val="100000"/>
              </a:lnSpc>
              <a:spcBef>
                <a:spcPts val="0"/>
              </a:spcBef>
              <a:spcAft>
                <a:spcPts val="0"/>
              </a:spcAft>
              <a:buClr>
                <a:schemeClr val="dk1"/>
              </a:buClr>
              <a:buSzPts val="1100"/>
              <a:buNone/>
              <a:defRPr>
                <a:solidFill>
                  <a:schemeClr val="dk1"/>
                </a:solidFill>
              </a:defRPr>
            </a:lvl8pPr>
            <a:lvl9pPr lvl="8" algn="l">
              <a:lnSpc>
                <a:spcPct val="100000"/>
              </a:lnSpc>
              <a:spcBef>
                <a:spcPts val="0"/>
              </a:spcBef>
              <a:spcAft>
                <a:spcPts val="0"/>
              </a:spcAft>
              <a:buClr>
                <a:schemeClr val="dk1"/>
              </a:buClr>
              <a:buSzPts val="1100"/>
              <a:buNone/>
              <a:defRPr>
                <a:solidFill>
                  <a:schemeClr val="dk1"/>
                </a:solidFill>
              </a:defRPr>
            </a:lvl9pPr>
          </a:lstStyle>
          <a:p>
            <a:endParaRPr/>
          </a:p>
        </p:txBody>
      </p:sp>
      <p:sp>
        <p:nvSpPr>
          <p:cNvPr id="175" name="Google Shape;175;p36"/>
          <p:cNvSpPr txBox="1">
            <a:spLocks noGrp="1"/>
          </p:cNvSpPr>
          <p:nvPr>
            <p:ph type="subTitle" idx="2"/>
          </p:nvPr>
        </p:nvSpPr>
        <p:spPr>
          <a:xfrm>
            <a:off x="540000" y="648125"/>
            <a:ext cx="8064000" cy="252000"/>
          </a:xfrm>
          <a:prstGeom prst="rect">
            <a:avLst/>
          </a:prstGeom>
          <a:noFill/>
          <a:ln>
            <a:noFill/>
          </a:ln>
        </p:spPr>
        <p:txBody>
          <a:bodyPr spcFirstLastPara="1" wrap="square" lIns="68600" tIns="68600" rIns="68600" bIns="68600" anchor="ctr" anchorCtr="0">
            <a:noAutofit/>
          </a:bodyPr>
          <a:lstStyle>
            <a:lvl1pPr lvl="0" algn="l">
              <a:lnSpc>
                <a:spcPct val="100000"/>
              </a:lnSpc>
              <a:spcBef>
                <a:spcPts val="0"/>
              </a:spcBef>
              <a:spcAft>
                <a:spcPts val="0"/>
              </a:spcAft>
              <a:buClr>
                <a:schemeClr val="dk1"/>
              </a:buClr>
              <a:buSzPts val="1100"/>
              <a:buFont typeface="Montserrat"/>
              <a:buNone/>
              <a:defRPr>
                <a:latin typeface="Montserrat"/>
                <a:ea typeface="Montserrat"/>
                <a:cs typeface="Montserrat"/>
                <a:sym typeface="Montserrat"/>
              </a:defRPr>
            </a:lvl1pPr>
            <a:lvl2pPr lvl="1" algn="l">
              <a:lnSpc>
                <a:spcPct val="100000"/>
              </a:lnSpc>
              <a:spcBef>
                <a:spcPts val="0"/>
              </a:spcBef>
              <a:spcAft>
                <a:spcPts val="0"/>
              </a:spcAft>
              <a:buClr>
                <a:schemeClr val="dk1"/>
              </a:buClr>
              <a:buSzPts val="1000"/>
              <a:buNone/>
              <a:defRPr sz="1300"/>
            </a:lvl2pPr>
            <a:lvl3pPr lvl="2" algn="l">
              <a:lnSpc>
                <a:spcPct val="100000"/>
              </a:lnSpc>
              <a:spcBef>
                <a:spcPts val="0"/>
              </a:spcBef>
              <a:spcAft>
                <a:spcPts val="0"/>
              </a:spcAft>
              <a:buClr>
                <a:schemeClr val="dk1"/>
              </a:buClr>
              <a:buSzPts val="1000"/>
              <a:buNone/>
              <a:defRPr sz="1300"/>
            </a:lvl3pPr>
            <a:lvl4pPr lvl="3" algn="l">
              <a:lnSpc>
                <a:spcPct val="100000"/>
              </a:lnSpc>
              <a:spcBef>
                <a:spcPts val="0"/>
              </a:spcBef>
              <a:spcAft>
                <a:spcPts val="0"/>
              </a:spcAft>
              <a:buClr>
                <a:schemeClr val="dk1"/>
              </a:buClr>
              <a:buSzPts val="1000"/>
              <a:buNone/>
              <a:defRPr sz="1300"/>
            </a:lvl4pPr>
            <a:lvl5pPr lvl="4" algn="l">
              <a:lnSpc>
                <a:spcPct val="100000"/>
              </a:lnSpc>
              <a:spcBef>
                <a:spcPts val="0"/>
              </a:spcBef>
              <a:spcAft>
                <a:spcPts val="0"/>
              </a:spcAft>
              <a:buClr>
                <a:schemeClr val="dk1"/>
              </a:buClr>
              <a:buSzPts val="1000"/>
              <a:buNone/>
              <a:defRPr sz="1300"/>
            </a:lvl5pPr>
            <a:lvl6pPr lvl="5" algn="l">
              <a:lnSpc>
                <a:spcPct val="100000"/>
              </a:lnSpc>
              <a:spcBef>
                <a:spcPts val="0"/>
              </a:spcBef>
              <a:spcAft>
                <a:spcPts val="0"/>
              </a:spcAft>
              <a:buClr>
                <a:schemeClr val="dk1"/>
              </a:buClr>
              <a:buSzPts val="1000"/>
              <a:buNone/>
              <a:defRPr sz="1300"/>
            </a:lvl6pPr>
            <a:lvl7pPr lvl="6" algn="l">
              <a:lnSpc>
                <a:spcPct val="100000"/>
              </a:lnSpc>
              <a:spcBef>
                <a:spcPts val="0"/>
              </a:spcBef>
              <a:spcAft>
                <a:spcPts val="0"/>
              </a:spcAft>
              <a:buClr>
                <a:schemeClr val="dk1"/>
              </a:buClr>
              <a:buSzPts val="1000"/>
              <a:buNone/>
              <a:defRPr sz="1300"/>
            </a:lvl7pPr>
            <a:lvl8pPr lvl="7" algn="l">
              <a:lnSpc>
                <a:spcPct val="100000"/>
              </a:lnSpc>
              <a:spcBef>
                <a:spcPts val="0"/>
              </a:spcBef>
              <a:spcAft>
                <a:spcPts val="0"/>
              </a:spcAft>
              <a:buClr>
                <a:schemeClr val="dk1"/>
              </a:buClr>
              <a:buSzPts val="1000"/>
              <a:buNone/>
              <a:defRPr sz="1300"/>
            </a:lvl8pPr>
            <a:lvl9pPr lvl="8" algn="l">
              <a:lnSpc>
                <a:spcPct val="100000"/>
              </a:lnSpc>
              <a:spcBef>
                <a:spcPts val="0"/>
              </a:spcBef>
              <a:spcAft>
                <a:spcPts val="0"/>
              </a:spcAft>
              <a:buClr>
                <a:schemeClr val="dk1"/>
              </a:buClr>
              <a:buSzPts val="1000"/>
              <a:buNone/>
              <a:defRPr sz="1300"/>
            </a:lvl9pPr>
          </a:lstStyle>
          <a:p>
            <a:endParaRPr/>
          </a:p>
        </p:txBody>
      </p:sp>
      <p:sp>
        <p:nvSpPr>
          <p:cNvPr id="176" name="Google Shape;176;p36"/>
          <p:cNvSpPr/>
          <p:nvPr/>
        </p:nvSpPr>
        <p:spPr>
          <a:xfrm>
            <a:off x="6896050" y="1079975"/>
            <a:ext cx="1708200" cy="3467400"/>
          </a:xfrm>
          <a:prstGeom prst="rect">
            <a:avLst/>
          </a:prstGeom>
          <a:solidFill>
            <a:schemeClr val="accent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Montserrat Light"/>
              <a:ea typeface="Montserrat Light"/>
              <a:cs typeface="Montserrat Light"/>
              <a:sym typeface="Montserrat Light"/>
            </a:endParaRPr>
          </a:p>
        </p:txBody>
      </p:sp>
      <p:sp>
        <p:nvSpPr>
          <p:cNvPr id="177" name="Google Shape;177;p36"/>
          <p:cNvSpPr txBox="1">
            <a:spLocks noGrp="1"/>
          </p:cNvSpPr>
          <p:nvPr>
            <p:ph type="body" idx="3"/>
          </p:nvPr>
        </p:nvSpPr>
        <p:spPr>
          <a:xfrm>
            <a:off x="6984550" y="1465500"/>
            <a:ext cx="1531200" cy="2975700"/>
          </a:xfrm>
          <a:prstGeom prst="rect">
            <a:avLst/>
          </a:prstGeom>
          <a:noFill/>
          <a:ln>
            <a:noFill/>
          </a:ln>
        </p:spPr>
        <p:txBody>
          <a:bodyPr spcFirstLastPara="1" wrap="square" lIns="0" tIns="0" rIns="0" bIns="0" anchor="t" anchorCtr="0">
            <a:noAutofit/>
          </a:bodyPr>
          <a:lstStyle>
            <a:lvl1pPr marL="457200" lvl="0" indent="-260350" algn="l">
              <a:lnSpc>
                <a:spcPct val="100000"/>
              </a:lnSpc>
              <a:spcBef>
                <a:spcPts val="0"/>
              </a:spcBef>
              <a:spcAft>
                <a:spcPts val="0"/>
              </a:spcAft>
              <a:buSzPts val="500"/>
              <a:buFont typeface="Montserrat Light"/>
              <a:buChar char="●"/>
              <a:defRPr sz="700">
                <a:latin typeface="Montserrat Light"/>
                <a:ea typeface="Montserrat Light"/>
                <a:cs typeface="Montserrat Light"/>
                <a:sym typeface="Montserrat Light"/>
              </a:defRPr>
            </a:lvl1pPr>
            <a:lvl2pPr marL="914400" lvl="1" indent="-260350" algn="l">
              <a:lnSpc>
                <a:spcPct val="100000"/>
              </a:lnSpc>
              <a:spcBef>
                <a:spcPts val="0"/>
              </a:spcBef>
              <a:spcAft>
                <a:spcPts val="0"/>
              </a:spcAft>
              <a:buSzPts val="500"/>
              <a:buFont typeface="Montserrat Light"/>
              <a:buChar char="○"/>
              <a:defRPr sz="700">
                <a:latin typeface="Montserrat Light"/>
                <a:ea typeface="Montserrat Light"/>
                <a:cs typeface="Montserrat Light"/>
                <a:sym typeface="Montserrat Light"/>
              </a:defRPr>
            </a:lvl2pPr>
            <a:lvl3pPr marL="1371600" lvl="2" indent="-260350" algn="l">
              <a:lnSpc>
                <a:spcPct val="100000"/>
              </a:lnSpc>
              <a:spcBef>
                <a:spcPts val="0"/>
              </a:spcBef>
              <a:spcAft>
                <a:spcPts val="0"/>
              </a:spcAft>
              <a:buSzPts val="500"/>
              <a:buFont typeface="Montserrat Light"/>
              <a:buChar char="■"/>
              <a:defRPr sz="700">
                <a:latin typeface="Montserrat Light"/>
                <a:ea typeface="Montserrat Light"/>
                <a:cs typeface="Montserrat Light"/>
                <a:sym typeface="Montserrat Light"/>
              </a:defRPr>
            </a:lvl3pPr>
            <a:lvl4pPr marL="1828800" lvl="3" indent="-260350" algn="l">
              <a:lnSpc>
                <a:spcPct val="100000"/>
              </a:lnSpc>
              <a:spcBef>
                <a:spcPts val="0"/>
              </a:spcBef>
              <a:spcAft>
                <a:spcPts val="0"/>
              </a:spcAft>
              <a:buSzPts val="500"/>
              <a:buFont typeface="Montserrat Light"/>
              <a:buChar char="●"/>
              <a:defRPr sz="700">
                <a:latin typeface="Montserrat Light"/>
                <a:ea typeface="Montserrat Light"/>
                <a:cs typeface="Montserrat Light"/>
                <a:sym typeface="Montserrat Light"/>
              </a:defRPr>
            </a:lvl4pPr>
            <a:lvl5pPr marL="2286000" lvl="4" indent="-260350" algn="l">
              <a:lnSpc>
                <a:spcPct val="100000"/>
              </a:lnSpc>
              <a:spcBef>
                <a:spcPts val="0"/>
              </a:spcBef>
              <a:spcAft>
                <a:spcPts val="0"/>
              </a:spcAft>
              <a:buSzPts val="500"/>
              <a:buFont typeface="Montserrat Light"/>
              <a:buChar char="○"/>
              <a:defRPr sz="700">
                <a:latin typeface="Montserrat Light"/>
                <a:ea typeface="Montserrat Light"/>
                <a:cs typeface="Montserrat Light"/>
                <a:sym typeface="Montserrat Light"/>
              </a:defRPr>
            </a:lvl5pPr>
            <a:lvl6pPr marL="2743200" lvl="5" indent="-260350" algn="l">
              <a:lnSpc>
                <a:spcPct val="100000"/>
              </a:lnSpc>
              <a:spcBef>
                <a:spcPts val="0"/>
              </a:spcBef>
              <a:spcAft>
                <a:spcPts val="0"/>
              </a:spcAft>
              <a:buSzPts val="500"/>
              <a:buFont typeface="Montserrat Light"/>
              <a:buChar char="■"/>
              <a:defRPr sz="700">
                <a:latin typeface="Montserrat Light"/>
                <a:ea typeface="Montserrat Light"/>
                <a:cs typeface="Montserrat Light"/>
                <a:sym typeface="Montserrat Light"/>
              </a:defRPr>
            </a:lvl6pPr>
            <a:lvl7pPr marL="3200400" lvl="6" indent="-260350" algn="l">
              <a:lnSpc>
                <a:spcPct val="100000"/>
              </a:lnSpc>
              <a:spcBef>
                <a:spcPts val="0"/>
              </a:spcBef>
              <a:spcAft>
                <a:spcPts val="0"/>
              </a:spcAft>
              <a:buSzPts val="500"/>
              <a:buFont typeface="Montserrat Light"/>
              <a:buChar char="●"/>
              <a:defRPr sz="700">
                <a:latin typeface="Montserrat Light"/>
                <a:ea typeface="Montserrat Light"/>
                <a:cs typeface="Montserrat Light"/>
                <a:sym typeface="Montserrat Light"/>
              </a:defRPr>
            </a:lvl7pPr>
            <a:lvl8pPr marL="3657600" lvl="7" indent="-260350" algn="l">
              <a:lnSpc>
                <a:spcPct val="100000"/>
              </a:lnSpc>
              <a:spcBef>
                <a:spcPts val="0"/>
              </a:spcBef>
              <a:spcAft>
                <a:spcPts val="0"/>
              </a:spcAft>
              <a:buSzPts val="500"/>
              <a:buFont typeface="Montserrat Light"/>
              <a:buChar char="○"/>
              <a:defRPr sz="700">
                <a:latin typeface="Montserrat Light"/>
                <a:ea typeface="Montserrat Light"/>
                <a:cs typeface="Montserrat Light"/>
                <a:sym typeface="Montserrat Light"/>
              </a:defRPr>
            </a:lvl8pPr>
            <a:lvl9pPr marL="4114800" lvl="8" indent="-260350" algn="l">
              <a:lnSpc>
                <a:spcPct val="100000"/>
              </a:lnSpc>
              <a:spcBef>
                <a:spcPts val="0"/>
              </a:spcBef>
              <a:spcAft>
                <a:spcPts val="0"/>
              </a:spcAft>
              <a:buSzPts val="500"/>
              <a:buFont typeface="Montserrat Light"/>
              <a:buChar char="■"/>
              <a:defRPr sz="700">
                <a:latin typeface="Montserrat Light"/>
                <a:ea typeface="Montserrat Light"/>
                <a:cs typeface="Montserrat Light"/>
                <a:sym typeface="Montserrat Light"/>
              </a:defRPr>
            </a:lvl9pPr>
          </a:lstStyle>
          <a:p>
            <a:endParaRPr/>
          </a:p>
        </p:txBody>
      </p:sp>
      <p:sp>
        <p:nvSpPr>
          <p:cNvPr id="178" name="Google Shape;178;p36"/>
          <p:cNvSpPr txBox="1">
            <a:spLocks noGrp="1"/>
          </p:cNvSpPr>
          <p:nvPr>
            <p:ph type="subTitle" idx="4"/>
          </p:nvPr>
        </p:nvSpPr>
        <p:spPr>
          <a:xfrm>
            <a:off x="6984550" y="1192950"/>
            <a:ext cx="1531200" cy="1341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dk1"/>
              </a:buClr>
              <a:buSzPts val="700"/>
              <a:buFont typeface="Montserrat Medium"/>
              <a:buNone/>
              <a:defRPr sz="900">
                <a:solidFill>
                  <a:schemeClr val="dk1"/>
                </a:solidFill>
                <a:latin typeface="Montserrat Medium"/>
                <a:ea typeface="Montserrat Medium"/>
                <a:cs typeface="Montserrat Medium"/>
                <a:sym typeface="Montserrat Medium"/>
              </a:defRPr>
            </a:lvl1pPr>
            <a:lvl2pPr lvl="1" algn="l">
              <a:lnSpc>
                <a:spcPct val="100000"/>
              </a:lnSpc>
              <a:spcBef>
                <a:spcPts val="0"/>
              </a:spcBef>
              <a:spcAft>
                <a:spcPts val="0"/>
              </a:spcAft>
              <a:buClr>
                <a:schemeClr val="dk1"/>
              </a:buClr>
              <a:buSzPts val="700"/>
              <a:buFont typeface="Montserrat Medium"/>
              <a:buNone/>
              <a:defRPr sz="900">
                <a:solidFill>
                  <a:schemeClr val="dk1"/>
                </a:solidFill>
                <a:latin typeface="Montserrat Medium"/>
                <a:ea typeface="Montserrat Medium"/>
                <a:cs typeface="Montserrat Medium"/>
                <a:sym typeface="Montserrat Medium"/>
              </a:defRPr>
            </a:lvl2pPr>
            <a:lvl3pPr lvl="2" algn="l">
              <a:lnSpc>
                <a:spcPct val="100000"/>
              </a:lnSpc>
              <a:spcBef>
                <a:spcPts val="0"/>
              </a:spcBef>
              <a:spcAft>
                <a:spcPts val="0"/>
              </a:spcAft>
              <a:buClr>
                <a:schemeClr val="dk1"/>
              </a:buClr>
              <a:buSzPts val="700"/>
              <a:buFont typeface="Montserrat Medium"/>
              <a:buNone/>
              <a:defRPr sz="900">
                <a:solidFill>
                  <a:schemeClr val="dk1"/>
                </a:solidFill>
                <a:latin typeface="Montserrat Medium"/>
                <a:ea typeface="Montserrat Medium"/>
                <a:cs typeface="Montserrat Medium"/>
                <a:sym typeface="Montserrat Medium"/>
              </a:defRPr>
            </a:lvl3pPr>
            <a:lvl4pPr lvl="3" algn="l">
              <a:lnSpc>
                <a:spcPct val="100000"/>
              </a:lnSpc>
              <a:spcBef>
                <a:spcPts val="0"/>
              </a:spcBef>
              <a:spcAft>
                <a:spcPts val="0"/>
              </a:spcAft>
              <a:buClr>
                <a:schemeClr val="dk1"/>
              </a:buClr>
              <a:buSzPts val="700"/>
              <a:buFont typeface="Montserrat Medium"/>
              <a:buNone/>
              <a:defRPr sz="900">
                <a:solidFill>
                  <a:schemeClr val="dk1"/>
                </a:solidFill>
                <a:latin typeface="Montserrat Medium"/>
                <a:ea typeface="Montserrat Medium"/>
                <a:cs typeface="Montserrat Medium"/>
                <a:sym typeface="Montserrat Medium"/>
              </a:defRPr>
            </a:lvl4pPr>
            <a:lvl5pPr lvl="4" algn="l">
              <a:lnSpc>
                <a:spcPct val="100000"/>
              </a:lnSpc>
              <a:spcBef>
                <a:spcPts val="0"/>
              </a:spcBef>
              <a:spcAft>
                <a:spcPts val="0"/>
              </a:spcAft>
              <a:buClr>
                <a:schemeClr val="dk1"/>
              </a:buClr>
              <a:buSzPts val="700"/>
              <a:buFont typeface="Montserrat Medium"/>
              <a:buNone/>
              <a:defRPr sz="900">
                <a:solidFill>
                  <a:schemeClr val="dk1"/>
                </a:solidFill>
                <a:latin typeface="Montserrat Medium"/>
                <a:ea typeface="Montserrat Medium"/>
                <a:cs typeface="Montserrat Medium"/>
                <a:sym typeface="Montserrat Medium"/>
              </a:defRPr>
            </a:lvl5pPr>
            <a:lvl6pPr lvl="5" algn="l">
              <a:lnSpc>
                <a:spcPct val="100000"/>
              </a:lnSpc>
              <a:spcBef>
                <a:spcPts val="0"/>
              </a:spcBef>
              <a:spcAft>
                <a:spcPts val="0"/>
              </a:spcAft>
              <a:buClr>
                <a:schemeClr val="dk1"/>
              </a:buClr>
              <a:buSzPts val="700"/>
              <a:buFont typeface="Montserrat Medium"/>
              <a:buNone/>
              <a:defRPr sz="900">
                <a:solidFill>
                  <a:schemeClr val="dk1"/>
                </a:solidFill>
                <a:latin typeface="Montserrat Medium"/>
                <a:ea typeface="Montserrat Medium"/>
                <a:cs typeface="Montserrat Medium"/>
                <a:sym typeface="Montserrat Medium"/>
              </a:defRPr>
            </a:lvl6pPr>
            <a:lvl7pPr lvl="6" algn="l">
              <a:lnSpc>
                <a:spcPct val="100000"/>
              </a:lnSpc>
              <a:spcBef>
                <a:spcPts val="0"/>
              </a:spcBef>
              <a:spcAft>
                <a:spcPts val="0"/>
              </a:spcAft>
              <a:buClr>
                <a:schemeClr val="dk1"/>
              </a:buClr>
              <a:buSzPts val="700"/>
              <a:buFont typeface="Montserrat Medium"/>
              <a:buNone/>
              <a:defRPr sz="900">
                <a:solidFill>
                  <a:schemeClr val="dk1"/>
                </a:solidFill>
                <a:latin typeface="Montserrat Medium"/>
                <a:ea typeface="Montserrat Medium"/>
                <a:cs typeface="Montserrat Medium"/>
                <a:sym typeface="Montserrat Medium"/>
              </a:defRPr>
            </a:lvl7pPr>
            <a:lvl8pPr lvl="7" algn="l">
              <a:lnSpc>
                <a:spcPct val="100000"/>
              </a:lnSpc>
              <a:spcBef>
                <a:spcPts val="0"/>
              </a:spcBef>
              <a:spcAft>
                <a:spcPts val="0"/>
              </a:spcAft>
              <a:buClr>
                <a:schemeClr val="dk1"/>
              </a:buClr>
              <a:buSzPts val="700"/>
              <a:buFont typeface="Montserrat Medium"/>
              <a:buNone/>
              <a:defRPr sz="900">
                <a:solidFill>
                  <a:schemeClr val="dk1"/>
                </a:solidFill>
                <a:latin typeface="Montserrat Medium"/>
                <a:ea typeface="Montserrat Medium"/>
                <a:cs typeface="Montserrat Medium"/>
                <a:sym typeface="Montserrat Medium"/>
              </a:defRPr>
            </a:lvl8pPr>
            <a:lvl9pPr lvl="8" algn="l">
              <a:lnSpc>
                <a:spcPct val="100000"/>
              </a:lnSpc>
              <a:spcBef>
                <a:spcPts val="0"/>
              </a:spcBef>
              <a:spcAft>
                <a:spcPts val="0"/>
              </a:spcAft>
              <a:buClr>
                <a:schemeClr val="dk1"/>
              </a:buClr>
              <a:buSzPts val="700"/>
              <a:buFont typeface="Montserrat Medium"/>
              <a:buNone/>
              <a:defRPr sz="900">
                <a:solidFill>
                  <a:schemeClr val="dk1"/>
                </a:solidFill>
                <a:latin typeface="Montserrat Medium"/>
                <a:ea typeface="Montserrat Medium"/>
                <a:cs typeface="Montserrat Medium"/>
                <a:sym typeface="Montserrat Medium"/>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Only with Subtitle">
  <p:cSld name="Title Only with Subtitle">
    <p:spTree>
      <p:nvGrpSpPr>
        <p:cNvPr id="1" name="Shape 179"/>
        <p:cNvGrpSpPr/>
        <p:nvPr/>
      </p:nvGrpSpPr>
      <p:grpSpPr>
        <a:xfrm>
          <a:off x="0" y="0"/>
          <a:ext cx="0" cy="0"/>
          <a:chOff x="0" y="0"/>
          <a:chExt cx="0" cy="0"/>
        </a:xfrm>
      </p:grpSpPr>
      <p:sp>
        <p:nvSpPr>
          <p:cNvPr id="180" name="Google Shape;180;p37"/>
          <p:cNvSpPr txBox="1">
            <a:spLocks noGrp="1"/>
          </p:cNvSpPr>
          <p:nvPr>
            <p:ph type="title"/>
          </p:nvPr>
        </p:nvSpPr>
        <p:spPr>
          <a:xfrm>
            <a:off x="337029" y="233533"/>
            <a:ext cx="8393700" cy="897000"/>
          </a:xfrm>
          <a:prstGeom prst="rect">
            <a:avLst/>
          </a:prstGeom>
          <a:noFill/>
          <a:ln>
            <a:noFill/>
          </a:ln>
        </p:spPr>
        <p:txBody>
          <a:bodyPr spcFirstLastPara="1" wrap="square" lIns="51425" tIns="25700" rIns="51425" bIns="25700" anchor="t" anchorCtr="0">
            <a:noAutofit/>
          </a:bodyPr>
          <a:lstStyle>
            <a:lvl1pPr lvl="0" algn="l">
              <a:lnSpc>
                <a:spcPct val="100000"/>
              </a:lnSpc>
              <a:spcBef>
                <a:spcPts val="0"/>
              </a:spcBef>
              <a:spcAft>
                <a:spcPts val="0"/>
              </a:spcAft>
              <a:buClr>
                <a:schemeClr val="dk1"/>
              </a:buClr>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81" name="Google Shape;181;p37"/>
          <p:cNvSpPr txBox="1">
            <a:spLocks noGrp="1"/>
          </p:cNvSpPr>
          <p:nvPr>
            <p:ph type="body" idx="1"/>
          </p:nvPr>
        </p:nvSpPr>
        <p:spPr>
          <a:xfrm>
            <a:off x="336130" y="631589"/>
            <a:ext cx="8396400" cy="270900"/>
          </a:xfrm>
          <a:prstGeom prst="rect">
            <a:avLst/>
          </a:prstGeom>
          <a:noFill/>
          <a:ln>
            <a:noFill/>
          </a:ln>
        </p:spPr>
        <p:txBody>
          <a:bodyPr spcFirstLastPara="1" wrap="square" lIns="51425" tIns="25700" rIns="51425" bIns="25700" anchor="t" anchorCtr="0">
            <a:noAutofit/>
          </a:bodyPr>
          <a:lstStyle>
            <a:lvl1pPr marL="457200" lvl="0" indent="-228600" algn="l">
              <a:lnSpc>
                <a:spcPct val="100000"/>
              </a:lnSpc>
              <a:spcBef>
                <a:spcPts val="300"/>
              </a:spcBef>
              <a:spcAft>
                <a:spcPts val="0"/>
              </a:spcAft>
              <a:buClr>
                <a:schemeClr val="dk1"/>
              </a:buClr>
              <a:buSzPts val="1100"/>
              <a:buFont typeface="Century Gothic"/>
              <a:buNone/>
              <a:defRPr sz="1500"/>
            </a:lvl1pPr>
            <a:lvl2pPr marL="914400" lvl="1" indent="-298450" algn="l">
              <a:lnSpc>
                <a:spcPct val="100000"/>
              </a:lnSpc>
              <a:spcBef>
                <a:spcPts val="500"/>
              </a:spcBef>
              <a:spcAft>
                <a:spcPts val="0"/>
              </a:spcAft>
              <a:buClr>
                <a:schemeClr val="dk1"/>
              </a:buClr>
              <a:buSzPts val="1100"/>
              <a:buChar char="○"/>
              <a:defRPr/>
            </a:lvl2pPr>
            <a:lvl3pPr marL="1371600" lvl="2" indent="-298450" algn="l">
              <a:lnSpc>
                <a:spcPct val="100000"/>
              </a:lnSpc>
              <a:spcBef>
                <a:spcPts val="500"/>
              </a:spcBef>
              <a:spcAft>
                <a:spcPts val="0"/>
              </a:spcAft>
              <a:buClr>
                <a:schemeClr val="dk1"/>
              </a:buClr>
              <a:buSzPts val="1100"/>
              <a:buChar char="■"/>
              <a:defRPr/>
            </a:lvl3pPr>
            <a:lvl4pPr marL="1828800" lvl="3" indent="-298450" algn="l">
              <a:lnSpc>
                <a:spcPct val="100000"/>
              </a:lnSpc>
              <a:spcBef>
                <a:spcPts val="500"/>
              </a:spcBef>
              <a:spcAft>
                <a:spcPts val="0"/>
              </a:spcAft>
              <a:buClr>
                <a:schemeClr val="dk1"/>
              </a:buClr>
              <a:buSzPts val="1100"/>
              <a:buChar char="●"/>
              <a:defRPr/>
            </a:lvl4pPr>
            <a:lvl5pPr marL="2286000" lvl="4" indent="-298450" algn="l">
              <a:lnSpc>
                <a:spcPct val="100000"/>
              </a:lnSpc>
              <a:spcBef>
                <a:spcPts val="500"/>
              </a:spcBef>
              <a:spcAft>
                <a:spcPts val="0"/>
              </a:spcAft>
              <a:buClr>
                <a:schemeClr val="dk1"/>
              </a:buClr>
              <a:buSzPts val="1100"/>
              <a:buChar char="○"/>
              <a:defRPr/>
            </a:lvl5pPr>
            <a:lvl6pPr marL="2743200" lvl="5" indent="-298450" algn="l">
              <a:lnSpc>
                <a:spcPct val="90000"/>
              </a:lnSpc>
              <a:spcBef>
                <a:spcPts val="500"/>
              </a:spcBef>
              <a:spcAft>
                <a:spcPts val="0"/>
              </a:spcAft>
              <a:buClr>
                <a:schemeClr val="dk1"/>
              </a:buClr>
              <a:buSzPts val="1100"/>
              <a:buChar char="■"/>
              <a:defRPr/>
            </a:lvl6pPr>
            <a:lvl7pPr marL="3200400" lvl="6" indent="-298450" algn="l">
              <a:lnSpc>
                <a:spcPct val="90000"/>
              </a:lnSpc>
              <a:spcBef>
                <a:spcPts val="400"/>
              </a:spcBef>
              <a:spcAft>
                <a:spcPts val="0"/>
              </a:spcAft>
              <a:buClr>
                <a:schemeClr val="dk1"/>
              </a:buClr>
              <a:buSzPts val="1100"/>
              <a:buChar char="●"/>
              <a:defRPr/>
            </a:lvl7pPr>
            <a:lvl8pPr marL="3657600" lvl="7" indent="-298450" algn="l">
              <a:lnSpc>
                <a:spcPct val="90000"/>
              </a:lnSpc>
              <a:spcBef>
                <a:spcPts val="400"/>
              </a:spcBef>
              <a:spcAft>
                <a:spcPts val="0"/>
              </a:spcAft>
              <a:buClr>
                <a:schemeClr val="dk1"/>
              </a:buClr>
              <a:buSzPts val="1100"/>
              <a:buChar char="○"/>
              <a:defRPr/>
            </a:lvl8pPr>
            <a:lvl9pPr marL="4114800" lvl="8" indent="-298450" algn="l">
              <a:lnSpc>
                <a:spcPct val="90000"/>
              </a:lnSpc>
              <a:spcBef>
                <a:spcPts val="400"/>
              </a:spcBef>
              <a:spcAft>
                <a:spcPts val="0"/>
              </a:spcAft>
              <a:buClr>
                <a:schemeClr val="dk1"/>
              </a:buClr>
              <a:buSzPts val="11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45) Content - Display other material 1 1">
  <p:cSld name="45) Content - Display other material 1 1">
    <p:spTree>
      <p:nvGrpSpPr>
        <p:cNvPr id="1" name="Shape 182"/>
        <p:cNvGrpSpPr/>
        <p:nvPr/>
      </p:nvGrpSpPr>
      <p:grpSpPr>
        <a:xfrm>
          <a:off x="0" y="0"/>
          <a:ext cx="0" cy="0"/>
          <a:chOff x="0" y="0"/>
          <a:chExt cx="0" cy="0"/>
        </a:xfrm>
      </p:grpSpPr>
      <p:pic>
        <p:nvPicPr>
          <p:cNvPr id="183" name="Google Shape;183;p38"/>
          <p:cNvPicPr preferRelativeResize="0"/>
          <p:nvPr/>
        </p:nvPicPr>
        <p:blipFill rotWithShape="1">
          <a:blip r:embed="rId2" cstate="screen">
            <a:alphaModFix/>
            <a:extLst>
              <a:ext uri="{28A0092B-C50C-407E-A947-70E740481C1C}">
                <a14:useLocalDpi xmlns:a14="http://schemas.microsoft.com/office/drawing/2010/main"/>
              </a:ext>
            </a:extLst>
          </a:blip>
          <a:srcRect t="17177" r="70151"/>
          <a:stretch/>
        </p:blipFill>
        <p:spPr>
          <a:xfrm rot="5400000" flipH="1">
            <a:off x="7276727" y="-905925"/>
            <a:ext cx="999451" cy="2773199"/>
          </a:xfrm>
          <a:prstGeom prst="rect">
            <a:avLst/>
          </a:prstGeom>
          <a:noFill/>
          <a:ln>
            <a:noFill/>
          </a:ln>
        </p:spPr>
      </p:pic>
      <p:sp>
        <p:nvSpPr>
          <p:cNvPr id="184" name="Google Shape;184;p38"/>
          <p:cNvSpPr txBox="1"/>
          <p:nvPr/>
        </p:nvSpPr>
        <p:spPr>
          <a:xfrm>
            <a:off x="8472458" y="4663217"/>
            <a:ext cx="548700" cy="393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95959"/>
              </a:buClr>
              <a:buSzPts val="800"/>
              <a:buFont typeface="Montserrat"/>
              <a:buNone/>
            </a:pPr>
            <a:fld id="{00000000-1234-1234-1234-123412341234}" type="slidenum">
              <a:rPr lang="en-GB" sz="1000" b="1" i="0" u="none" strike="noStrike" cap="none">
                <a:solidFill>
                  <a:srgbClr val="595959"/>
                </a:solidFill>
                <a:latin typeface="Montserrat"/>
                <a:ea typeface="Montserrat"/>
                <a:cs typeface="Montserrat"/>
                <a:sym typeface="Montserrat"/>
              </a:rPr>
              <a:t>‹N°›</a:t>
            </a:fld>
            <a:endParaRPr sz="1000" b="1" i="0" u="none" strike="noStrike" cap="none">
              <a:solidFill>
                <a:srgbClr val="595959"/>
              </a:solidFill>
              <a:latin typeface="Montserrat"/>
              <a:ea typeface="Montserrat"/>
              <a:cs typeface="Montserrat"/>
              <a:sym typeface="Montserrat"/>
            </a:endParaRPr>
          </a:p>
        </p:txBody>
      </p:sp>
      <p:sp>
        <p:nvSpPr>
          <p:cNvPr id="185" name="Google Shape;185;p38"/>
          <p:cNvSpPr txBox="1">
            <a:spLocks noGrp="1"/>
          </p:cNvSpPr>
          <p:nvPr>
            <p:ph type="title"/>
          </p:nvPr>
        </p:nvSpPr>
        <p:spPr>
          <a:xfrm>
            <a:off x="587225" y="607050"/>
            <a:ext cx="4821600" cy="2772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rgbClr val="3C3C3A"/>
              </a:buClr>
              <a:buSzPts val="1100"/>
              <a:buFont typeface="Montserrat Light"/>
              <a:buNone/>
              <a:defRPr sz="1800">
                <a:solidFill>
                  <a:srgbClr val="3C3C3A"/>
                </a:solidFill>
                <a:latin typeface="Montserrat Light"/>
                <a:ea typeface="Montserrat Light"/>
                <a:cs typeface="Montserrat Light"/>
                <a:sym typeface="Montserrat Light"/>
              </a:defRPr>
            </a:lvl1pPr>
            <a:lvl2pPr lvl="1" algn="l">
              <a:lnSpc>
                <a:spcPct val="90000"/>
              </a:lnSpc>
              <a:spcBef>
                <a:spcPts val="0"/>
              </a:spcBef>
              <a:spcAft>
                <a:spcPts val="0"/>
              </a:spcAft>
              <a:buClr>
                <a:srgbClr val="3C3C3A"/>
              </a:buClr>
              <a:buSzPts val="1100"/>
              <a:buFont typeface="Montserrat Light"/>
              <a:buNone/>
              <a:defRPr sz="1800">
                <a:solidFill>
                  <a:srgbClr val="3C3C3A"/>
                </a:solidFill>
                <a:latin typeface="Montserrat Light"/>
                <a:ea typeface="Montserrat Light"/>
                <a:cs typeface="Montserrat Light"/>
                <a:sym typeface="Montserrat Light"/>
              </a:defRPr>
            </a:lvl2pPr>
            <a:lvl3pPr lvl="2" algn="l">
              <a:lnSpc>
                <a:spcPct val="90000"/>
              </a:lnSpc>
              <a:spcBef>
                <a:spcPts val="0"/>
              </a:spcBef>
              <a:spcAft>
                <a:spcPts val="0"/>
              </a:spcAft>
              <a:buClr>
                <a:srgbClr val="3C3C3A"/>
              </a:buClr>
              <a:buSzPts val="1100"/>
              <a:buFont typeface="Montserrat Light"/>
              <a:buNone/>
              <a:defRPr sz="1800">
                <a:solidFill>
                  <a:srgbClr val="3C3C3A"/>
                </a:solidFill>
                <a:latin typeface="Montserrat Light"/>
                <a:ea typeface="Montserrat Light"/>
                <a:cs typeface="Montserrat Light"/>
                <a:sym typeface="Montserrat Light"/>
              </a:defRPr>
            </a:lvl3pPr>
            <a:lvl4pPr lvl="3" algn="l">
              <a:lnSpc>
                <a:spcPct val="90000"/>
              </a:lnSpc>
              <a:spcBef>
                <a:spcPts val="0"/>
              </a:spcBef>
              <a:spcAft>
                <a:spcPts val="0"/>
              </a:spcAft>
              <a:buClr>
                <a:srgbClr val="3C3C3A"/>
              </a:buClr>
              <a:buSzPts val="1100"/>
              <a:buFont typeface="Montserrat Light"/>
              <a:buNone/>
              <a:defRPr sz="1800">
                <a:solidFill>
                  <a:srgbClr val="3C3C3A"/>
                </a:solidFill>
                <a:latin typeface="Montserrat Light"/>
                <a:ea typeface="Montserrat Light"/>
                <a:cs typeface="Montserrat Light"/>
                <a:sym typeface="Montserrat Light"/>
              </a:defRPr>
            </a:lvl4pPr>
            <a:lvl5pPr lvl="4" algn="l">
              <a:lnSpc>
                <a:spcPct val="90000"/>
              </a:lnSpc>
              <a:spcBef>
                <a:spcPts val="0"/>
              </a:spcBef>
              <a:spcAft>
                <a:spcPts val="0"/>
              </a:spcAft>
              <a:buClr>
                <a:srgbClr val="3C3C3A"/>
              </a:buClr>
              <a:buSzPts val="1100"/>
              <a:buFont typeface="Montserrat Light"/>
              <a:buNone/>
              <a:defRPr sz="1800">
                <a:solidFill>
                  <a:srgbClr val="3C3C3A"/>
                </a:solidFill>
                <a:latin typeface="Montserrat Light"/>
                <a:ea typeface="Montserrat Light"/>
                <a:cs typeface="Montserrat Light"/>
                <a:sym typeface="Montserrat Light"/>
              </a:defRPr>
            </a:lvl5pPr>
            <a:lvl6pPr lvl="5" algn="l">
              <a:lnSpc>
                <a:spcPct val="90000"/>
              </a:lnSpc>
              <a:spcBef>
                <a:spcPts val="0"/>
              </a:spcBef>
              <a:spcAft>
                <a:spcPts val="0"/>
              </a:spcAft>
              <a:buClr>
                <a:srgbClr val="3C3C3A"/>
              </a:buClr>
              <a:buSzPts val="1100"/>
              <a:buFont typeface="Montserrat Light"/>
              <a:buNone/>
              <a:defRPr sz="1800">
                <a:solidFill>
                  <a:srgbClr val="3C3C3A"/>
                </a:solidFill>
                <a:latin typeface="Montserrat Light"/>
                <a:ea typeface="Montserrat Light"/>
                <a:cs typeface="Montserrat Light"/>
                <a:sym typeface="Montserrat Light"/>
              </a:defRPr>
            </a:lvl6pPr>
            <a:lvl7pPr lvl="6" algn="l">
              <a:lnSpc>
                <a:spcPct val="90000"/>
              </a:lnSpc>
              <a:spcBef>
                <a:spcPts val="0"/>
              </a:spcBef>
              <a:spcAft>
                <a:spcPts val="0"/>
              </a:spcAft>
              <a:buClr>
                <a:srgbClr val="3C3C3A"/>
              </a:buClr>
              <a:buSzPts val="1100"/>
              <a:buFont typeface="Montserrat Light"/>
              <a:buNone/>
              <a:defRPr sz="1800">
                <a:solidFill>
                  <a:srgbClr val="3C3C3A"/>
                </a:solidFill>
                <a:latin typeface="Montserrat Light"/>
                <a:ea typeface="Montserrat Light"/>
                <a:cs typeface="Montserrat Light"/>
                <a:sym typeface="Montserrat Light"/>
              </a:defRPr>
            </a:lvl7pPr>
            <a:lvl8pPr lvl="7" algn="l">
              <a:lnSpc>
                <a:spcPct val="90000"/>
              </a:lnSpc>
              <a:spcBef>
                <a:spcPts val="0"/>
              </a:spcBef>
              <a:spcAft>
                <a:spcPts val="0"/>
              </a:spcAft>
              <a:buClr>
                <a:srgbClr val="3C3C3A"/>
              </a:buClr>
              <a:buSzPts val="1100"/>
              <a:buFont typeface="Montserrat Light"/>
              <a:buNone/>
              <a:defRPr sz="1800">
                <a:solidFill>
                  <a:srgbClr val="3C3C3A"/>
                </a:solidFill>
                <a:latin typeface="Montserrat Light"/>
                <a:ea typeface="Montserrat Light"/>
                <a:cs typeface="Montserrat Light"/>
                <a:sym typeface="Montserrat Light"/>
              </a:defRPr>
            </a:lvl8pPr>
            <a:lvl9pPr lvl="8" algn="l">
              <a:lnSpc>
                <a:spcPct val="90000"/>
              </a:lnSpc>
              <a:spcBef>
                <a:spcPts val="0"/>
              </a:spcBef>
              <a:spcAft>
                <a:spcPts val="0"/>
              </a:spcAft>
              <a:buClr>
                <a:srgbClr val="3C3C3A"/>
              </a:buClr>
              <a:buSzPts val="1100"/>
              <a:buFont typeface="Montserrat Light"/>
              <a:buNone/>
              <a:defRPr sz="1800">
                <a:solidFill>
                  <a:srgbClr val="3C3C3A"/>
                </a:solidFill>
                <a:latin typeface="Montserrat Light"/>
                <a:ea typeface="Montserrat Light"/>
                <a:cs typeface="Montserrat Light"/>
                <a:sym typeface="Montserrat Light"/>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Header, subheader, text">
  <p:cSld name="Header, subheader, text">
    <p:spTree>
      <p:nvGrpSpPr>
        <p:cNvPr id="1" name="Shape 186"/>
        <p:cNvGrpSpPr/>
        <p:nvPr/>
      </p:nvGrpSpPr>
      <p:grpSpPr>
        <a:xfrm>
          <a:off x="0" y="0"/>
          <a:ext cx="0" cy="0"/>
          <a:chOff x="0" y="0"/>
          <a:chExt cx="0" cy="0"/>
        </a:xfrm>
      </p:grpSpPr>
      <p:sp>
        <p:nvSpPr>
          <p:cNvPr id="187" name="Google Shape;187;p39"/>
          <p:cNvSpPr txBox="1">
            <a:spLocks noGrp="1"/>
          </p:cNvSpPr>
          <p:nvPr>
            <p:ph type="body" idx="1"/>
          </p:nvPr>
        </p:nvSpPr>
        <p:spPr>
          <a:xfrm>
            <a:off x="540000" y="1080000"/>
            <a:ext cx="8064000" cy="3467400"/>
          </a:xfrm>
          <a:prstGeom prst="rect">
            <a:avLst/>
          </a:prstGeom>
          <a:noFill/>
          <a:ln>
            <a:noFill/>
          </a:ln>
        </p:spPr>
        <p:txBody>
          <a:bodyPr spcFirstLastPara="1" wrap="square" lIns="0" tIns="0" rIns="0" bIns="0" anchor="t" anchorCtr="0">
            <a:noAutofit/>
          </a:bodyPr>
          <a:lstStyle>
            <a:lvl1pPr marL="457200" lvl="0"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1pPr>
            <a:lvl2pPr marL="914400" lvl="1"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2pPr>
            <a:lvl3pPr marL="1371600" lvl="2"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3pPr>
            <a:lvl4pPr marL="1828800" lvl="3"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4pPr>
            <a:lvl5pPr marL="2286000" lvl="4"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5pPr>
            <a:lvl6pPr marL="2743200" lvl="5"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6pPr>
            <a:lvl7pPr marL="3200400" lvl="6"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7pPr>
            <a:lvl8pPr marL="3657600" lvl="7"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8pPr>
            <a:lvl9pPr marL="4114800" lvl="8"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9pPr>
          </a:lstStyle>
          <a:p>
            <a:endParaRPr/>
          </a:p>
        </p:txBody>
      </p:sp>
      <p:sp>
        <p:nvSpPr>
          <p:cNvPr id="188" name="Google Shape;188;p39"/>
          <p:cNvSpPr txBox="1">
            <a:spLocks noGrp="1"/>
          </p:cNvSpPr>
          <p:nvPr>
            <p:ph type="title"/>
          </p:nvPr>
        </p:nvSpPr>
        <p:spPr>
          <a:xfrm>
            <a:off x="540000" y="360000"/>
            <a:ext cx="8064000" cy="2880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500"/>
              <a:buFont typeface="Montserrat Medium"/>
              <a:buNone/>
              <a:defRPr sz="2000" b="0">
                <a:latin typeface="Montserrat Medium"/>
                <a:ea typeface="Montserrat Medium"/>
                <a:cs typeface="Montserrat Medium"/>
                <a:sym typeface="Montserrat Medium"/>
              </a:defRPr>
            </a:lvl1pPr>
            <a:lvl2pPr lvl="1" algn="l">
              <a:lnSpc>
                <a:spcPct val="100000"/>
              </a:lnSpc>
              <a:spcBef>
                <a:spcPts val="0"/>
              </a:spcBef>
              <a:spcAft>
                <a:spcPts val="0"/>
              </a:spcAft>
              <a:buClr>
                <a:schemeClr val="dk1"/>
              </a:buClr>
              <a:buSzPts val="1100"/>
              <a:buNone/>
              <a:defRPr>
                <a:solidFill>
                  <a:schemeClr val="dk1"/>
                </a:solidFill>
              </a:defRPr>
            </a:lvl2pPr>
            <a:lvl3pPr lvl="2" algn="l">
              <a:lnSpc>
                <a:spcPct val="100000"/>
              </a:lnSpc>
              <a:spcBef>
                <a:spcPts val="0"/>
              </a:spcBef>
              <a:spcAft>
                <a:spcPts val="0"/>
              </a:spcAft>
              <a:buClr>
                <a:schemeClr val="dk1"/>
              </a:buClr>
              <a:buSzPts val="1100"/>
              <a:buNone/>
              <a:defRPr>
                <a:solidFill>
                  <a:schemeClr val="dk1"/>
                </a:solidFill>
              </a:defRPr>
            </a:lvl3pPr>
            <a:lvl4pPr lvl="3" algn="l">
              <a:lnSpc>
                <a:spcPct val="100000"/>
              </a:lnSpc>
              <a:spcBef>
                <a:spcPts val="0"/>
              </a:spcBef>
              <a:spcAft>
                <a:spcPts val="0"/>
              </a:spcAft>
              <a:buClr>
                <a:schemeClr val="dk1"/>
              </a:buClr>
              <a:buSzPts val="1100"/>
              <a:buNone/>
              <a:defRPr>
                <a:solidFill>
                  <a:schemeClr val="dk1"/>
                </a:solidFill>
              </a:defRPr>
            </a:lvl4pPr>
            <a:lvl5pPr lvl="4" algn="l">
              <a:lnSpc>
                <a:spcPct val="100000"/>
              </a:lnSpc>
              <a:spcBef>
                <a:spcPts val="0"/>
              </a:spcBef>
              <a:spcAft>
                <a:spcPts val="0"/>
              </a:spcAft>
              <a:buClr>
                <a:schemeClr val="dk1"/>
              </a:buClr>
              <a:buSzPts val="1100"/>
              <a:buNone/>
              <a:defRPr>
                <a:solidFill>
                  <a:schemeClr val="dk1"/>
                </a:solidFill>
              </a:defRPr>
            </a:lvl5pPr>
            <a:lvl6pPr lvl="5" algn="l">
              <a:lnSpc>
                <a:spcPct val="100000"/>
              </a:lnSpc>
              <a:spcBef>
                <a:spcPts val="0"/>
              </a:spcBef>
              <a:spcAft>
                <a:spcPts val="0"/>
              </a:spcAft>
              <a:buClr>
                <a:schemeClr val="dk1"/>
              </a:buClr>
              <a:buSzPts val="1100"/>
              <a:buNone/>
              <a:defRPr>
                <a:solidFill>
                  <a:schemeClr val="dk1"/>
                </a:solidFill>
              </a:defRPr>
            </a:lvl6pPr>
            <a:lvl7pPr lvl="6" algn="l">
              <a:lnSpc>
                <a:spcPct val="100000"/>
              </a:lnSpc>
              <a:spcBef>
                <a:spcPts val="0"/>
              </a:spcBef>
              <a:spcAft>
                <a:spcPts val="0"/>
              </a:spcAft>
              <a:buClr>
                <a:schemeClr val="dk1"/>
              </a:buClr>
              <a:buSzPts val="1100"/>
              <a:buNone/>
              <a:defRPr>
                <a:solidFill>
                  <a:schemeClr val="dk1"/>
                </a:solidFill>
              </a:defRPr>
            </a:lvl7pPr>
            <a:lvl8pPr lvl="7" algn="l">
              <a:lnSpc>
                <a:spcPct val="100000"/>
              </a:lnSpc>
              <a:spcBef>
                <a:spcPts val="0"/>
              </a:spcBef>
              <a:spcAft>
                <a:spcPts val="0"/>
              </a:spcAft>
              <a:buClr>
                <a:schemeClr val="dk1"/>
              </a:buClr>
              <a:buSzPts val="1100"/>
              <a:buNone/>
              <a:defRPr>
                <a:solidFill>
                  <a:schemeClr val="dk1"/>
                </a:solidFill>
              </a:defRPr>
            </a:lvl8pPr>
            <a:lvl9pPr lvl="8" algn="l">
              <a:lnSpc>
                <a:spcPct val="100000"/>
              </a:lnSpc>
              <a:spcBef>
                <a:spcPts val="0"/>
              </a:spcBef>
              <a:spcAft>
                <a:spcPts val="0"/>
              </a:spcAft>
              <a:buClr>
                <a:schemeClr val="dk1"/>
              </a:buClr>
              <a:buSzPts val="1100"/>
              <a:buNone/>
              <a:defRPr>
                <a:solidFill>
                  <a:schemeClr val="dk1"/>
                </a:solidFill>
              </a:defRPr>
            </a:lvl9pPr>
          </a:lstStyle>
          <a:p>
            <a:endParaRPr/>
          </a:p>
        </p:txBody>
      </p:sp>
      <p:sp>
        <p:nvSpPr>
          <p:cNvPr id="189" name="Google Shape;189;p39"/>
          <p:cNvSpPr txBox="1">
            <a:spLocks noGrp="1"/>
          </p:cNvSpPr>
          <p:nvPr>
            <p:ph type="subTitle" idx="2"/>
          </p:nvPr>
        </p:nvSpPr>
        <p:spPr>
          <a:xfrm>
            <a:off x="540000" y="648125"/>
            <a:ext cx="8064000" cy="2520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dk1"/>
              </a:buClr>
              <a:buSzPts val="1000"/>
              <a:buFont typeface="Montserrat"/>
              <a:buNone/>
              <a:defRPr>
                <a:latin typeface="Montserrat"/>
                <a:ea typeface="Montserrat"/>
                <a:cs typeface="Montserrat"/>
                <a:sym typeface="Montserrat"/>
              </a:defRPr>
            </a:lvl1pPr>
            <a:lvl2pPr lvl="1" algn="l">
              <a:lnSpc>
                <a:spcPct val="100000"/>
              </a:lnSpc>
              <a:spcBef>
                <a:spcPts val="0"/>
              </a:spcBef>
              <a:spcAft>
                <a:spcPts val="0"/>
              </a:spcAft>
              <a:buClr>
                <a:schemeClr val="dk1"/>
              </a:buClr>
              <a:buSzPts val="1000"/>
              <a:buNone/>
              <a:defRPr sz="1300"/>
            </a:lvl2pPr>
            <a:lvl3pPr lvl="2" algn="l">
              <a:lnSpc>
                <a:spcPct val="100000"/>
              </a:lnSpc>
              <a:spcBef>
                <a:spcPts val="0"/>
              </a:spcBef>
              <a:spcAft>
                <a:spcPts val="0"/>
              </a:spcAft>
              <a:buClr>
                <a:schemeClr val="dk1"/>
              </a:buClr>
              <a:buSzPts val="1000"/>
              <a:buNone/>
              <a:defRPr sz="1300"/>
            </a:lvl3pPr>
            <a:lvl4pPr lvl="3" algn="l">
              <a:lnSpc>
                <a:spcPct val="100000"/>
              </a:lnSpc>
              <a:spcBef>
                <a:spcPts val="0"/>
              </a:spcBef>
              <a:spcAft>
                <a:spcPts val="0"/>
              </a:spcAft>
              <a:buClr>
                <a:schemeClr val="dk1"/>
              </a:buClr>
              <a:buSzPts val="1000"/>
              <a:buNone/>
              <a:defRPr sz="1300"/>
            </a:lvl4pPr>
            <a:lvl5pPr lvl="4" algn="l">
              <a:lnSpc>
                <a:spcPct val="100000"/>
              </a:lnSpc>
              <a:spcBef>
                <a:spcPts val="0"/>
              </a:spcBef>
              <a:spcAft>
                <a:spcPts val="0"/>
              </a:spcAft>
              <a:buClr>
                <a:schemeClr val="dk1"/>
              </a:buClr>
              <a:buSzPts val="1000"/>
              <a:buNone/>
              <a:defRPr sz="1300"/>
            </a:lvl5pPr>
            <a:lvl6pPr lvl="5" algn="l">
              <a:lnSpc>
                <a:spcPct val="100000"/>
              </a:lnSpc>
              <a:spcBef>
                <a:spcPts val="0"/>
              </a:spcBef>
              <a:spcAft>
                <a:spcPts val="0"/>
              </a:spcAft>
              <a:buClr>
                <a:schemeClr val="dk1"/>
              </a:buClr>
              <a:buSzPts val="1000"/>
              <a:buNone/>
              <a:defRPr sz="1300"/>
            </a:lvl6pPr>
            <a:lvl7pPr lvl="6" algn="l">
              <a:lnSpc>
                <a:spcPct val="100000"/>
              </a:lnSpc>
              <a:spcBef>
                <a:spcPts val="0"/>
              </a:spcBef>
              <a:spcAft>
                <a:spcPts val="0"/>
              </a:spcAft>
              <a:buClr>
                <a:schemeClr val="dk1"/>
              </a:buClr>
              <a:buSzPts val="1000"/>
              <a:buNone/>
              <a:defRPr sz="1300"/>
            </a:lvl7pPr>
            <a:lvl8pPr lvl="7" algn="l">
              <a:lnSpc>
                <a:spcPct val="100000"/>
              </a:lnSpc>
              <a:spcBef>
                <a:spcPts val="0"/>
              </a:spcBef>
              <a:spcAft>
                <a:spcPts val="0"/>
              </a:spcAft>
              <a:buClr>
                <a:schemeClr val="dk1"/>
              </a:buClr>
              <a:buSzPts val="1000"/>
              <a:buNone/>
              <a:defRPr sz="1300"/>
            </a:lvl8pPr>
            <a:lvl9pPr lvl="8" algn="l">
              <a:lnSpc>
                <a:spcPct val="100000"/>
              </a:lnSpc>
              <a:spcBef>
                <a:spcPts val="0"/>
              </a:spcBef>
              <a:spcAft>
                <a:spcPts val="0"/>
              </a:spcAft>
              <a:buClr>
                <a:schemeClr val="dk1"/>
              </a:buClr>
              <a:buSzPts val="1000"/>
              <a:buNone/>
              <a:defRPr sz="1300"/>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lank template - keep it empty 1">
  <p:cSld name="Blank template - keep it empty 1">
    <p:spTree>
      <p:nvGrpSpPr>
        <p:cNvPr id="1" name="Shape 97"/>
        <p:cNvGrpSpPr/>
        <p:nvPr/>
      </p:nvGrpSpPr>
      <p:grpSpPr>
        <a:xfrm>
          <a:off x="0" y="0"/>
          <a:ext cx="0" cy="0"/>
          <a:chOff x="0" y="0"/>
          <a:chExt cx="0" cy="0"/>
        </a:xfrm>
      </p:grpSpPr>
      <p:pic>
        <p:nvPicPr>
          <p:cNvPr id="98" name="Google Shape;98;p20"/>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47794" y="4853118"/>
            <a:ext cx="229569" cy="229787"/>
          </a:xfrm>
          <a:prstGeom prst="rect">
            <a:avLst/>
          </a:prstGeom>
          <a:noFill/>
          <a:ln>
            <a:noFill/>
          </a:ln>
        </p:spPr>
      </p:pic>
    </p:spTree>
    <p:extLst>
      <p:ext uri="{BB962C8B-B14F-4D97-AF65-F5344CB8AC3E}">
        <p14:creationId xmlns:p14="http://schemas.microsoft.com/office/powerpoint/2010/main" val="18031222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Relationship Id="rId14" Type="http://schemas.openxmlformats.org/officeDocument/2006/relationships/slideLayout" Target="../slideLayouts/slideLayout25.xml"/><Relationship Id="rId15" Type="http://schemas.openxmlformats.org/officeDocument/2006/relationships/slideLayout" Target="../slideLayouts/slideLayout26.xml"/><Relationship Id="rId16" Type="http://schemas.openxmlformats.org/officeDocument/2006/relationships/slideLayout" Target="../slideLayouts/slideLayout27.xml"/><Relationship Id="rId17" Type="http://schemas.openxmlformats.org/officeDocument/2006/relationships/slideLayout" Target="../slideLayouts/slideLayout28.xml"/><Relationship Id="rId18" Type="http://schemas.openxmlformats.org/officeDocument/2006/relationships/slideLayout" Target="../slideLayouts/slideLayout29.xml"/><Relationship Id="rId1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74700" y="579450"/>
            <a:ext cx="5826000" cy="444600"/>
          </a:xfrm>
          <a:prstGeom prst="rect">
            <a:avLst/>
          </a:prstGeom>
          <a:noFill/>
          <a:ln>
            <a:noFill/>
          </a:ln>
        </p:spPr>
        <p:txBody>
          <a:bodyPr spcFirstLastPara="1" wrap="square" lIns="68600" tIns="68600" rIns="68600" bIns="68600" anchor="t" anchorCtr="0">
            <a:noAutofit/>
          </a:bodyPr>
          <a:lstStyle>
            <a:lvl1pPr marR="0" lvl="0" algn="l" rtl="0">
              <a:lnSpc>
                <a:spcPct val="100000"/>
              </a:lnSpc>
              <a:spcBef>
                <a:spcPts val="0"/>
              </a:spcBef>
              <a:spcAft>
                <a:spcPts val="0"/>
              </a:spcAft>
              <a:buClr>
                <a:srgbClr val="000000"/>
              </a:buClr>
              <a:buSzPts val="1100"/>
              <a:buFont typeface="Montserrat Medium"/>
              <a:buNone/>
              <a:defRPr sz="1100" b="0" i="0" u="none" strike="noStrike" cap="none">
                <a:solidFill>
                  <a:srgbClr val="000000"/>
                </a:solidFill>
                <a:latin typeface="Montserrat Medium"/>
                <a:ea typeface="Montserrat Medium"/>
                <a:cs typeface="Montserrat Medium"/>
                <a:sym typeface="Montserrat Medium"/>
              </a:defRPr>
            </a:lvl1pPr>
            <a:lvl2pPr marR="0" lvl="1"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706450" y="1262075"/>
            <a:ext cx="4556100" cy="2008500"/>
          </a:xfrm>
          <a:prstGeom prst="rect">
            <a:avLst/>
          </a:prstGeom>
          <a:noFill/>
          <a:ln>
            <a:noFill/>
          </a:ln>
        </p:spPr>
        <p:txBody>
          <a:bodyPr spcFirstLastPara="1" wrap="square" lIns="68600" tIns="68600" rIns="68600" bIns="68600" anchor="t" anchorCtr="0">
            <a:noAutofit/>
          </a:bodyPr>
          <a:lstStyle>
            <a:lvl1pPr marL="457200" marR="0" lvl="0"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1pPr>
            <a:lvl2pPr marL="914400" marR="0" lvl="1"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2pPr>
            <a:lvl3pPr marL="1371600" marR="0" lvl="2"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3pPr>
            <a:lvl4pPr marL="1828800" marR="0" lvl="3"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4pPr>
            <a:lvl5pPr marL="2286000" marR="0" lvl="4"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5pPr>
            <a:lvl6pPr marL="2743200" marR="0" lvl="5"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6pPr>
            <a:lvl7pPr marL="3200400" marR="0" lvl="6"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7pPr>
            <a:lvl8pPr marL="3657600" marR="0" lvl="7"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8pPr>
            <a:lvl9pPr marL="4114800" marR="0" lvl="8"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66" r:id="rId1"/>
    <p:sldLayoutId id="2147483667"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9" r:id="rId12"/>
    <p:sldLayoutId id="2147483680" r:id="rId13"/>
    <p:sldLayoutId id="2147483681" r:id="rId14"/>
    <p:sldLayoutId id="2147483682" r:id="rId15"/>
    <p:sldLayoutId id="2147483683" r:id="rId16"/>
    <p:sldLayoutId id="2147483684" r:id="rId17"/>
    <p:sldLayoutId id="2147483720" r:id="rId1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xml"/><Relationship Id="rId3" Type="http://schemas.openxmlformats.org/officeDocument/2006/relationships/image" Target="../media/image7.jpeg"/><Relationship Id="rId4" Type="http://schemas.openxmlformats.org/officeDocument/2006/relationships/image" Target="../media/image8.jpeg"/><Relationship Id="rId5" Type="http://schemas.openxmlformats.org/officeDocument/2006/relationships/image" Target="../media/image9.gif"/><Relationship Id="rId6" Type="http://schemas.openxmlformats.org/officeDocument/2006/relationships/image" Target="../media/image10.jpeg"/><Relationship Id="rId7"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image" Target="../media/image7.jpeg"/><Relationship Id="rId3" Type="http://schemas.openxmlformats.org/officeDocument/2006/relationships/image" Target="../media/image8.jpeg"/><Relationship Id="rId4" Type="http://schemas.openxmlformats.org/officeDocument/2006/relationships/image" Target="../media/image9.gif"/><Relationship Id="rId5" Type="http://schemas.openxmlformats.org/officeDocument/2006/relationships/image" Target="../media/image10.jpeg"/><Relationship Id="rId6"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7">
          <a:extLst>
            <a:ext uri="{FF2B5EF4-FFF2-40B4-BE49-F238E27FC236}">
              <a16:creationId xmlns:a16="http://schemas.microsoft.com/office/drawing/2014/main" id="{14D968AC-0D9E-6E5B-5690-27A800760D02}"/>
            </a:ext>
          </a:extLst>
        </p:cNvPr>
        <p:cNvGrpSpPr/>
        <p:nvPr/>
      </p:nvGrpSpPr>
      <p:grpSpPr>
        <a:xfrm>
          <a:off x="0" y="0"/>
          <a:ext cx="0" cy="0"/>
          <a:chOff x="0" y="0"/>
          <a:chExt cx="0" cy="0"/>
        </a:xfrm>
      </p:grpSpPr>
      <p:sp>
        <p:nvSpPr>
          <p:cNvPr id="868" name="Google Shape;868;p91">
            <a:extLst>
              <a:ext uri="{FF2B5EF4-FFF2-40B4-BE49-F238E27FC236}">
                <a16:creationId xmlns:a16="http://schemas.microsoft.com/office/drawing/2014/main" id="{A24817D9-8F3A-4404-9889-2287793E4BF1}"/>
              </a:ext>
            </a:extLst>
          </p:cNvPr>
          <p:cNvSpPr/>
          <p:nvPr/>
        </p:nvSpPr>
        <p:spPr>
          <a:xfrm>
            <a:off x="0" y="0"/>
            <a:ext cx="9144000" cy="1051800"/>
          </a:xfrm>
          <a:prstGeom prst="rect">
            <a:avLst/>
          </a:prstGeom>
          <a:solidFill>
            <a:schemeClr val="accent6"/>
          </a:solidFill>
          <a:ln>
            <a:noFill/>
          </a:ln>
        </p:spPr>
        <p:txBody>
          <a:bodyPr spcFirstLastPara="1" wrap="square" lIns="91425" tIns="91425" rIns="91425" bIns="91425" anchor="ctr" anchorCtr="0">
            <a:noAutofit/>
          </a:bodyPr>
          <a:lstStyle/>
          <a:p>
            <a:pPr algn="ctr" defTabSz="914378"/>
            <a:endParaRPr>
              <a:latin typeface="Montserrat"/>
              <a:ea typeface="Montserrat"/>
              <a:cs typeface="Montserrat"/>
              <a:sym typeface="Montserrat"/>
            </a:endParaRPr>
          </a:p>
        </p:txBody>
      </p:sp>
      <p:sp>
        <p:nvSpPr>
          <p:cNvPr id="869" name="Google Shape;869;p91">
            <a:extLst>
              <a:ext uri="{FF2B5EF4-FFF2-40B4-BE49-F238E27FC236}">
                <a16:creationId xmlns:a16="http://schemas.microsoft.com/office/drawing/2014/main" id="{0DC2ECCA-800A-BD4F-4BA2-58740FDCD1EE}"/>
              </a:ext>
            </a:extLst>
          </p:cNvPr>
          <p:cNvSpPr txBox="1">
            <a:spLocks noGrp="1"/>
          </p:cNvSpPr>
          <p:nvPr>
            <p:ph type="subTitle" idx="4294967295"/>
          </p:nvPr>
        </p:nvSpPr>
        <p:spPr>
          <a:xfrm>
            <a:off x="1613874" y="154850"/>
            <a:ext cx="2003530" cy="276900"/>
          </a:xfrm>
          <a:prstGeom prst="rect">
            <a:avLst/>
          </a:prstGeom>
          <a:noFill/>
          <a:ln>
            <a:noFill/>
          </a:ln>
        </p:spPr>
        <p:txBody>
          <a:bodyPr spcFirstLastPara="1" wrap="square" lIns="0" tIns="0" rIns="0" bIns="0" anchor="ctr" anchorCtr="0">
            <a:noAutofit/>
          </a:bodyPr>
          <a:lstStyle/>
          <a:p>
            <a:pPr marL="0" indent="0">
              <a:buClr>
                <a:schemeClr val="dk2"/>
              </a:buClr>
              <a:buSzPts val="1200"/>
              <a:buNone/>
            </a:pPr>
            <a:r>
              <a:rPr lang="en-GB" sz="1200" b="1" dirty="0">
                <a:solidFill>
                  <a:schemeClr val="lt2"/>
                </a:solidFill>
              </a:rPr>
              <a:t>Leith Majdoub</a:t>
            </a:r>
            <a:endParaRPr sz="1200" b="1" dirty="0">
              <a:solidFill>
                <a:schemeClr val="lt2"/>
              </a:solidFill>
            </a:endParaRPr>
          </a:p>
        </p:txBody>
      </p:sp>
      <p:sp>
        <p:nvSpPr>
          <p:cNvPr id="870" name="Google Shape;870;p91">
            <a:extLst>
              <a:ext uri="{FF2B5EF4-FFF2-40B4-BE49-F238E27FC236}">
                <a16:creationId xmlns:a16="http://schemas.microsoft.com/office/drawing/2014/main" id="{2276CE7D-5B4D-6045-E0EB-C3AC08E9201F}"/>
              </a:ext>
            </a:extLst>
          </p:cNvPr>
          <p:cNvSpPr txBox="1"/>
          <p:nvPr/>
        </p:nvSpPr>
        <p:spPr>
          <a:xfrm>
            <a:off x="3615992" y="66731"/>
            <a:ext cx="5357100" cy="999008"/>
          </a:xfrm>
          <a:prstGeom prst="rect">
            <a:avLst/>
          </a:prstGeom>
          <a:noFill/>
          <a:ln>
            <a:noFill/>
          </a:ln>
        </p:spPr>
        <p:txBody>
          <a:bodyPr spcFirstLastPara="1" wrap="square" lIns="91425" tIns="91425" rIns="91425" bIns="91425" anchor="t" anchorCtr="0">
            <a:noAutofit/>
          </a:bodyPr>
          <a:lstStyle/>
          <a:p>
            <a:pPr marL="63499" algn="just" defTabSz="914378">
              <a:buSzPts val="600"/>
            </a:pPr>
            <a:r>
              <a:rPr lang="fr-FR" sz="800" dirty="0">
                <a:latin typeface="Montserrat"/>
              </a:rPr>
              <a:t>RÉSUMÉ :
Leith est consultant senior en informatique chez Devoteam Tunisie. Expert en transformation numérique et en conseil, il allie expertise technique et vision stratégique. Fort d'une solide expérience acquise chez EY et Devoteam, il accompagne des acteurs clés des secteurs bancaire, public et gouvernemental dans la réalisation réussie de leurs projets complexes.</a:t>
            </a:r>
            <a:endParaRPr sz="800" dirty="0">
              <a:solidFill>
                <a:srgbClr val="595959"/>
              </a:solidFill>
              <a:latin typeface="Montserrat"/>
              <a:ea typeface="Montserrat"/>
              <a:cs typeface="Montserrat"/>
              <a:sym typeface="Montserrat"/>
            </a:endParaRPr>
          </a:p>
        </p:txBody>
      </p:sp>
      <p:cxnSp>
        <p:nvCxnSpPr>
          <p:cNvPr id="871" name="Google Shape;871;p91">
            <a:extLst>
              <a:ext uri="{FF2B5EF4-FFF2-40B4-BE49-F238E27FC236}">
                <a16:creationId xmlns:a16="http://schemas.microsoft.com/office/drawing/2014/main" id="{5D2FDB83-471C-D5F8-971A-72D4B1D6A61C}"/>
              </a:ext>
            </a:extLst>
          </p:cNvPr>
          <p:cNvCxnSpPr/>
          <p:nvPr/>
        </p:nvCxnSpPr>
        <p:spPr>
          <a:xfrm>
            <a:off x="3616697" y="154850"/>
            <a:ext cx="0" cy="686700"/>
          </a:xfrm>
          <a:prstGeom prst="straightConnector1">
            <a:avLst/>
          </a:prstGeom>
          <a:noFill/>
          <a:ln w="19050" cap="flat" cmpd="sng">
            <a:solidFill>
              <a:schemeClr val="lt2"/>
            </a:solidFill>
            <a:prstDash val="solid"/>
            <a:round/>
            <a:headEnd type="none" w="sm" len="sm"/>
            <a:tailEnd type="none" w="sm" len="sm"/>
          </a:ln>
        </p:spPr>
      </p:cxnSp>
      <p:sp>
        <p:nvSpPr>
          <p:cNvPr id="872" name="Google Shape;872;p91">
            <a:extLst>
              <a:ext uri="{FF2B5EF4-FFF2-40B4-BE49-F238E27FC236}">
                <a16:creationId xmlns:a16="http://schemas.microsoft.com/office/drawing/2014/main" id="{B5A7B248-FF6E-6D0B-A4E7-8D5861EBD330}"/>
              </a:ext>
            </a:extLst>
          </p:cNvPr>
          <p:cNvSpPr/>
          <p:nvPr/>
        </p:nvSpPr>
        <p:spPr>
          <a:xfrm>
            <a:off x="1613875" y="860450"/>
            <a:ext cx="1648500" cy="290700"/>
          </a:xfrm>
          <a:prstGeom prst="roundRect">
            <a:avLst>
              <a:gd name="adj" fmla="val 16667"/>
            </a:avLst>
          </a:prstGeom>
          <a:solidFill>
            <a:schemeClr val="lt1"/>
          </a:solidFill>
          <a:ln>
            <a:noFill/>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lgn="ctr" defTabSz="914378"/>
            <a:r>
              <a:rPr lang="en-GB" sz="900" b="1" dirty="0">
                <a:solidFill>
                  <a:srgbClr val="EB475E"/>
                </a:solidFill>
                <a:latin typeface="Montserrat"/>
                <a:ea typeface="Montserrat"/>
                <a:cs typeface="Montserrat"/>
                <a:sym typeface="Montserrat"/>
              </a:rPr>
              <a:t/>
            </a:r>
            <a:endParaRPr dirty="0">
              <a:latin typeface="Montserrat"/>
              <a:ea typeface="Montserrat"/>
              <a:cs typeface="Montserrat"/>
              <a:sym typeface="Montserrat"/>
            </a:endParaRPr>
          </a:p>
        </p:txBody>
      </p:sp>
      <p:sp>
        <p:nvSpPr>
          <p:cNvPr id="874" name="Google Shape;874;p91">
            <a:extLst>
              <a:ext uri="{FF2B5EF4-FFF2-40B4-BE49-F238E27FC236}">
                <a16:creationId xmlns:a16="http://schemas.microsoft.com/office/drawing/2014/main" id="{92BA0080-689C-BD8B-439C-BAC02A57C612}"/>
              </a:ext>
            </a:extLst>
          </p:cNvPr>
          <p:cNvSpPr txBox="1"/>
          <p:nvPr/>
        </p:nvSpPr>
        <p:spPr>
          <a:xfrm>
            <a:off x="131077" y="2140702"/>
            <a:ext cx="7909539" cy="151117"/>
          </a:xfrm>
          <a:prstGeom prst="rect">
            <a:avLst/>
          </a:prstGeom>
          <a:noFill/>
          <a:ln>
            <a:noFill/>
          </a:ln>
        </p:spPr>
        <p:txBody>
          <a:bodyPr spcFirstLastPara="1" wrap="square" lIns="90000" tIns="0" rIns="0" bIns="0" anchor="ctr" anchorCtr="0">
            <a:noAutofit/>
          </a:bodyPr>
          <a:lstStyle/>
          <a:p>
            <a:pPr defTabSz="914378"/>
            <a:r>
              <a:rPr lang="en-GB" sz="900" dirty="0">
                <a:solidFill>
                  <a:srgbClr val="F8485E"/>
                </a:solidFill>
                <a:latin typeface="Montserrat SemiBold"/>
                <a:ea typeface="Montserrat SemiBold"/>
                <a:cs typeface="Montserrat SemiBold"/>
                <a:sym typeface="Montserrat SemiBold"/>
              </a:rPr>
              <a:t>Formation </a:t>
            </a:r>
            <a:endParaRPr sz="900" dirty="0">
              <a:solidFill>
                <a:srgbClr val="F8485E"/>
              </a:solidFill>
              <a:latin typeface="Montserrat SemiBold"/>
              <a:ea typeface="Montserrat SemiBold"/>
              <a:cs typeface="Montserrat SemiBold"/>
              <a:sym typeface="Montserrat SemiBold"/>
            </a:endParaRPr>
          </a:p>
        </p:txBody>
      </p:sp>
      <p:sp>
        <p:nvSpPr>
          <p:cNvPr id="877" name="Google Shape;877;p91">
            <a:extLst>
              <a:ext uri="{FF2B5EF4-FFF2-40B4-BE49-F238E27FC236}">
                <a16:creationId xmlns:a16="http://schemas.microsoft.com/office/drawing/2014/main" id="{8F57F1C4-1203-3ECB-B40D-FB8546B243DC}"/>
              </a:ext>
            </a:extLst>
          </p:cNvPr>
          <p:cNvSpPr txBox="1">
            <a:spLocks noGrp="1"/>
          </p:cNvSpPr>
          <p:nvPr>
            <p:ph type="subTitle" idx="4294967295"/>
          </p:nvPr>
        </p:nvSpPr>
        <p:spPr>
          <a:xfrm>
            <a:off x="1613875" y="444175"/>
            <a:ext cx="1747800" cy="360300"/>
          </a:xfrm>
          <a:prstGeom prst="rect">
            <a:avLst/>
          </a:prstGeom>
          <a:noFill/>
          <a:ln>
            <a:noFill/>
          </a:ln>
        </p:spPr>
        <p:txBody>
          <a:bodyPr spcFirstLastPara="1" wrap="square" lIns="0" tIns="0" rIns="0" bIns="0" anchor="ctr" anchorCtr="0">
            <a:noAutofit/>
          </a:bodyPr>
          <a:lstStyle/>
          <a:p>
            <a:pPr marL="0" indent="0">
              <a:spcAft>
                <a:spcPts val="1200"/>
              </a:spcAft>
              <a:buClr>
                <a:schemeClr val="dk1"/>
              </a:buClr>
              <a:buSzPts val="800"/>
              <a:buNone/>
            </a:pPr>
            <a:r>
              <a:rPr lang="en-GB" sz="900" b="1" dirty="0">
                <a:solidFill>
                  <a:schemeClr val="dk1"/>
                </a:solidFill>
              </a:rPr>
              <a:t>IT Consultant</a:t>
            </a:r>
            <a:endParaRPr sz="900" b="1" dirty="0">
              <a:solidFill>
                <a:schemeClr val="dk1"/>
              </a:solidFill>
            </a:endParaRPr>
          </a:p>
        </p:txBody>
      </p:sp>
      <p:cxnSp>
        <p:nvCxnSpPr>
          <p:cNvPr id="878" name="Google Shape;878;p91">
            <a:extLst>
              <a:ext uri="{FF2B5EF4-FFF2-40B4-BE49-F238E27FC236}">
                <a16:creationId xmlns:a16="http://schemas.microsoft.com/office/drawing/2014/main" id="{BF457A0F-436C-C492-EB9D-B3920614B8DF}"/>
              </a:ext>
            </a:extLst>
          </p:cNvPr>
          <p:cNvCxnSpPr/>
          <p:nvPr/>
        </p:nvCxnSpPr>
        <p:spPr>
          <a:xfrm>
            <a:off x="-5911630" y="4639531"/>
            <a:ext cx="0" cy="350700"/>
          </a:xfrm>
          <a:prstGeom prst="straightConnector1">
            <a:avLst/>
          </a:prstGeom>
          <a:noFill/>
          <a:ln w="9525" cap="flat" cmpd="sng">
            <a:solidFill>
              <a:schemeClr val="lt2"/>
            </a:solidFill>
            <a:prstDash val="solid"/>
            <a:round/>
            <a:headEnd type="none" w="sm" len="sm"/>
            <a:tailEnd type="none" w="sm" len="sm"/>
          </a:ln>
        </p:spPr>
      </p:cxnSp>
      <p:sp>
        <p:nvSpPr>
          <p:cNvPr id="879" name="Google Shape;879;p91">
            <a:extLst>
              <a:ext uri="{FF2B5EF4-FFF2-40B4-BE49-F238E27FC236}">
                <a16:creationId xmlns:a16="http://schemas.microsoft.com/office/drawing/2014/main" id="{09BFD0FF-EF97-423E-7ED3-074E5139A1E0}"/>
              </a:ext>
            </a:extLst>
          </p:cNvPr>
          <p:cNvSpPr txBox="1"/>
          <p:nvPr/>
        </p:nvSpPr>
        <p:spPr>
          <a:xfrm>
            <a:off x="131076" y="2327844"/>
            <a:ext cx="3978000" cy="186118"/>
          </a:xfrm>
          <a:prstGeom prst="rect">
            <a:avLst/>
          </a:prstGeom>
          <a:noFill/>
          <a:ln>
            <a:noFill/>
          </a:ln>
        </p:spPr>
        <p:txBody>
          <a:bodyPr spcFirstLastPara="1" wrap="square" lIns="91425" tIns="0" rIns="91425" bIns="91425" anchor="t" anchorCtr="0">
            <a:noAutofit/>
          </a:bodyPr>
          <a:lstStyle/>
          <a:p>
            <a:pPr algn="just" defTabSz="914378"/>
          </a:p>
        </p:txBody>
      </p:sp>
      <p:sp>
        <p:nvSpPr>
          <p:cNvPr id="881" name="Google Shape;881;p91">
            <a:extLst>
              <a:ext uri="{FF2B5EF4-FFF2-40B4-BE49-F238E27FC236}">
                <a16:creationId xmlns:a16="http://schemas.microsoft.com/office/drawing/2014/main" id="{7246D18B-D38D-D65C-14FD-C441A59F911E}"/>
              </a:ext>
            </a:extLst>
          </p:cNvPr>
          <p:cNvSpPr txBox="1"/>
          <p:nvPr/>
        </p:nvSpPr>
        <p:spPr>
          <a:xfrm>
            <a:off x="77051" y="1435442"/>
            <a:ext cx="4153168" cy="1571595"/>
          </a:xfrm>
          <a:prstGeom prst="rect">
            <a:avLst/>
          </a:prstGeom>
          <a:noFill/>
          <a:ln>
            <a:noFill/>
          </a:ln>
        </p:spPr>
        <p:txBody>
          <a:bodyPr spcFirstLastPara="1" wrap="square" lIns="90000" tIns="0" rIns="0" bIns="0" anchor="t" anchorCtr="0">
            <a:noAutofit/>
          </a:bodyPr>
          <a:lstStyle/>
          <a:p>
            <a:pPr marL="177796" indent="-114297" algn="just" defTabSz="914378">
              <a:buSzPts val="600"/>
              <a:buFont typeface="Montserrat"/>
              <a:buChar char="●"/>
            </a:pPr>
            <a:r>
              <a:rPr sz="800"/>
              <a:t>Python  •  RAG  •  Agent-Based AI  •  Prompt Engineering  •  Process Mining  •  Spring  •  Angular  •  Figma  •  Bizagi</a:t>
            </a:r>
          </a:p>
        </p:txBody>
      </p:sp>
      <p:sp>
        <p:nvSpPr>
          <p:cNvPr id="882" name="Google Shape;882;p91">
            <a:extLst>
              <a:ext uri="{FF2B5EF4-FFF2-40B4-BE49-F238E27FC236}">
                <a16:creationId xmlns:a16="http://schemas.microsoft.com/office/drawing/2014/main" id="{B0E0FB76-1CAC-5F96-CCA8-56998512189B}"/>
              </a:ext>
            </a:extLst>
          </p:cNvPr>
          <p:cNvSpPr txBox="1"/>
          <p:nvPr/>
        </p:nvSpPr>
        <p:spPr>
          <a:xfrm>
            <a:off x="4636180" y="1607667"/>
            <a:ext cx="3972821" cy="775933"/>
          </a:xfrm>
          <a:prstGeom prst="rect">
            <a:avLst/>
          </a:prstGeom>
          <a:noFill/>
          <a:ln>
            <a:noFill/>
          </a:ln>
        </p:spPr>
        <p:txBody>
          <a:bodyPr spcFirstLastPara="1" wrap="square" lIns="90000" tIns="0" rIns="0" bIns="0" anchor="t" anchorCtr="0">
            <a:noAutofit/>
          </a:bodyPr>
          <a:lstStyle/>
          <a:p>
            <a:r>
              <a:rPr b="1" sz="800"/>
              <a:t>STB BANK | IT Consultant :</a:t>
            </a:r>
            <a:endParaRPr lang="fr-FR" sz="825" b="1" dirty="0"/>
          </a:p>
          <a:p>
            <a:pPr marL="128588" indent="-128588">
              <a:buFont typeface="Arial"/>
              <a:buChar char="•"/>
            </a:pPr>
            <a:r>
              <a:rPr sz="800"/>
              <a:t>Évaluation de l'état actuel des processus IT et définition de la maturité selon les standards ITIL, COBIT, DevOps, Agile et ISTQB.</a:t>
            </a:r>
          </a:p>
          <a:p>
            <a:pPr marL="128588" indent="-128588">
              <a:buFont typeface="Arial"/>
              <a:buChar char="•"/>
            </a:pPr>
            <a:r>
              <a:rPr sz="800"/>
              <a:t>Définition de la structure organisationnelle cible, du catalogue de services et du manuel des procédures IT.</a:t>
            </a:r>
          </a:p>
          <a:p>
            <a:pPr marL="128588" indent="-128588">
              <a:buFont typeface="Arial"/>
              <a:buChar char="•"/>
            </a:pPr>
            <a:r>
              <a:rPr sz="800"/>
              <a:t>Support à la mise en œuvre de cinq processus prioritaires et formation des équipes pour garantir leur autonomie.</a:t>
            </a:r>
          </a:p>
        </p:txBody>
      </p:sp>
      <p:sp>
        <p:nvSpPr>
          <p:cNvPr id="883" name="Google Shape;883;p91">
            <a:extLst>
              <a:ext uri="{FF2B5EF4-FFF2-40B4-BE49-F238E27FC236}">
                <a16:creationId xmlns:a16="http://schemas.microsoft.com/office/drawing/2014/main" id="{2FDA7F64-76DE-6428-007B-88330B99488D}"/>
              </a:ext>
            </a:extLst>
          </p:cNvPr>
          <p:cNvSpPr txBox="1"/>
          <p:nvPr/>
        </p:nvSpPr>
        <p:spPr>
          <a:xfrm>
            <a:off x="134011" y="1188802"/>
            <a:ext cx="3851466" cy="217382"/>
          </a:xfrm>
          <a:prstGeom prst="rect">
            <a:avLst/>
          </a:prstGeom>
          <a:noFill/>
          <a:ln>
            <a:noFill/>
          </a:ln>
        </p:spPr>
        <p:txBody>
          <a:bodyPr spcFirstLastPara="1" wrap="square" lIns="90000" tIns="0" rIns="0" bIns="0" anchor="ctr" anchorCtr="0">
            <a:noAutofit/>
          </a:bodyPr>
          <a:lstStyle/>
          <a:p>
            <a:pPr defTabSz="914378"/>
            <a:r>
              <a:rPr lang="en-GB" sz="900" dirty="0" err="1">
                <a:solidFill>
                  <a:srgbClr val="F8485E"/>
                </a:solidFill>
                <a:latin typeface="Montserrat SemiBold"/>
                <a:ea typeface="Montserrat SemiBold"/>
                <a:cs typeface="Montserrat SemiBold"/>
                <a:sym typeface="Montserrat SemiBold"/>
              </a:rPr>
              <a:t>Compétences</a:t>
            </a:r>
            <a:r>
              <a:rPr lang="en-GB" sz="900" dirty="0">
                <a:solidFill>
                  <a:srgbClr val="F8485E"/>
                </a:solidFill>
                <a:latin typeface="Montserrat SemiBold"/>
                <a:ea typeface="Montserrat SemiBold"/>
                <a:cs typeface="Montserrat SemiBold"/>
                <a:sym typeface="Montserrat SemiBold"/>
              </a:rPr>
              <a:t> </a:t>
            </a:r>
            <a:r>
              <a:rPr lang="en-GB" sz="900" dirty="0" err="1">
                <a:solidFill>
                  <a:srgbClr val="F8485E"/>
                </a:solidFill>
                <a:latin typeface="Montserrat SemiBold"/>
                <a:ea typeface="Montserrat SemiBold"/>
                <a:cs typeface="Montserrat SemiBold"/>
                <a:sym typeface="Montserrat SemiBold"/>
              </a:rPr>
              <a:t>Principales</a:t>
            </a:r>
            <a:r>
              <a:rPr lang="en-GB" sz="900" dirty="0">
                <a:solidFill>
                  <a:srgbClr val="F8485E"/>
                </a:solidFill>
                <a:latin typeface="Montserrat SemiBold"/>
                <a:ea typeface="Montserrat SemiBold"/>
                <a:cs typeface="Montserrat SemiBold"/>
                <a:sym typeface="Montserrat SemiBold"/>
              </a:rPr>
              <a:t>                                                                                                                               </a:t>
            </a:r>
            <a:endParaRPr sz="900" dirty="0">
              <a:solidFill>
                <a:srgbClr val="F8485E"/>
              </a:solidFill>
              <a:latin typeface="Montserrat SemiBold"/>
              <a:ea typeface="Montserrat SemiBold"/>
              <a:cs typeface="Montserrat SemiBold"/>
              <a:sym typeface="Montserrat SemiBold"/>
            </a:endParaRPr>
          </a:p>
        </p:txBody>
      </p:sp>
      <p:sp>
        <p:nvSpPr>
          <p:cNvPr id="885" name="Google Shape;885;p91">
            <a:extLst>
              <a:ext uri="{FF2B5EF4-FFF2-40B4-BE49-F238E27FC236}">
                <a16:creationId xmlns:a16="http://schemas.microsoft.com/office/drawing/2014/main" id="{6D45ECEE-73FB-7E87-2AC2-B5229EF62197}"/>
              </a:ext>
            </a:extLst>
          </p:cNvPr>
          <p:cNvSpPr txBox="1"/>
          <p:nvPr/>
        </p:nvSpPr>
        <p:spPr>
          <a:xfrm>
            <a:off x="134011" y="2570363"/>
            <a:ext cx="4200771" cy="224966"/>
          </a:xfrm>
          <a:prstGeom prst="rect">
            <a:avLst/>
          </a:prstGeom>
          <a:noFill/>
          <a:ln>
            <a:noFill/>
          </a:ln>
        </p:spPr>
        <p:txBody>
          <a:bodyPr spcFirstLastPara="1" wrap="square" lIns="90000" tIns="0" rIns="0" bIns="0" anchor="ctr" anchorCtr="0">
            <a:noAutofit/>
          </a:bodyPr>
          <a:lstStyle/>
          <a:p>
            <a:pPr defTabSz="914378"/>
            <a:r>
              <a:rPr lang="en-GB" sz="900" dirty="0" err="1">
                <a:solidFill>
                  <a:srgbClr val="F8485E"/>
                </a:solidFill>
                <a:latin typeface="Montserrat SemiBold"/>
                <a:ea typeface="Montserrat SemiBold"/>
                <a:cs typeface="Montserrat SemiBold"/>
                <a:sym typeface="Montserrat SemiBold"/>
              </a:rPr>
              <a:t>Principales</a:t>
            </a:r>
            <a:r>
              <a:rPr lang="en-GB" sz="900" dirty="0">
                <a:solidFill>
                  <a:srgbClr val="F8485E"/>
                </a:solidFill>
                <a:latin typeface="Montserrat SemiBold"/>
                <a:ea typeface="Montserrat SemiBold"/>
                <a:cs typeface="Montserrat SemiBold"/>
                <a:sym typeface="Montserrat SemiBold"/>
              </a:rPr>
              <a:t> </a:t>
            </a:r>
            <a:r>
              <a:rPr lang="en-GB" sz="900" dirty="0" err="1">
                <a:solidFill>
                  <a:srgbClr val="F8485E"/>
                </a:solidFill>
                <a:latin typeface="Montserrat SemiBold"/>
                <a:ea typeface="Montserrat SemiBold"/>
                <a:cs typeface="Montserrat SemiBold"/>
                <a:sym typeface="Montserrat SemiBold"/>
              </a:rPr>
              <a:t>Réalisations</a:t>
            </a:r>
            <a:r>
              <a:rPr lang="en-GB" sz="900" dirty="0">
                <a:solidFill>
                  <a:srgbClr val="F8485E"/>
                </a:solidFill>
                <a:latin typeface="Montserrat SemiBold"/>
                <a:ea typeface="Montserrat SemiBold"/>
                <a:cs typeface="Montserrat SemiBold"/>
                <a:sym typeface="Montserrat SemiBold"/>
              </a:rPr>
              <a:t> &amp; </a:t>
            </a:r>
            <a:r>
              <a:rPr lang="en-GB" sz="900" dirty="0" err="1">
                <a:solidFill>
                  <a:srgbClr val="F8485E"/>
                </a:solidFill>
                <a:latin typeface="Montserrat SemiBold"/>
                <a:ea typeface="Montserrat SemiBold"/>
                <a:cs typeface="Montserrat SemiBold"/>
                <a:sym typeface="Montserrat SemiBold"/>
              </a:rPr>
              <a:t>Références</a:t>
            </a:r>
            <a:r>
              <a:rPr lang="en-GB" sz="900" dirty="0">
                <a:solidFill>
                  <a:srgbClr val="F8485E"/>
                </a:solidFill>
                <a:latin typeface="Montserrat SemiBold"/>
                <a:ea typeface="Montserrat SemiBold"/>
                <a:cs typeface="Montserrat SemiBold"/>
                <a:sym typeface="Montserrat SemiBold"/>
              </a:rPr>
              <a:t> </a:t>
            </a:r>
            <a:endParaRPr sz="900" dirty="0">
              <a:solidFill>
                <a:srgbClr val="F8485E"/>
              </a:solidFill>
              <a:latin typeface="Montserrat SemiBold"/>
              <a:ea typeface="Montserrat SemiBold"/>
              <a:cs typeface="Montserrat SemiBold"/>
              <a:sym typeface="Montserrat SemiBold"/>
            </a:endParaRPr>
          </a:p>
        </p:txBody>
      </p:sp>
      <p:sp>
        <p:nvSpPr>
          <p:cNvPr id="887" name="Google Shape;887;p91">
            <a:extLst>
              <a:ext uri="{FF2B5EF4-FFF2-40B4-BE49-F238E27FC236}">
                <a16:creationId xmlns:a16="http://schemas.microsoft.com/office/drawing/2014/main" id="{F05C4E19-F979-09C7-8840-72F2C08EB011}"/>
              </a:ext>
            </a:extLst>
          </p:cNvPr>
          <p:cNvSpPr txBox="1"/>
          <p:nvPr/>
        </p:nvSpPr>
        <p:spPr>
          <a:xfrm>
            <a:off x="110444" y="2812058"/>
            <a:ext cx="4200769" cy="1913279"/>
          </a:xfrm>
          <a:prstGeom prst="rect">
            <a:avLst/>
          </a:prstGeom>
          <a:noFill/>
          <a:ln>
            <a:noFill/>
          </a:ln>
        </p:spPr>
        <p:txBody>
          <a:bodyPr spcFirstLastPara="1" wrap="square" lIns="90000" tIns="0" rIns="0" bIns="0" anchor="t" anchorCtr="0">
            <a:noAutofit/>
          </a:bodyPr>
          <a:lstStyle/>
          <a:p>
            <a:pPr marL="63499" algn="just" defTabSz="914378">
              <a:buSzPts val="600"/>
            </a:pPr>
            <a:r>
              <a:rPr b="1" sz="800"/>
              <a:t>La Poste Tunisienne | IT Consultant :</a:t>
            </a:r>
          </a:p>
          <a:p>
            <a:pPr marL="128588" indent="-128588">
              <a:buFont typeface="Arial"/>
              <a:buChar char="•"/>
            </a:pPr>
            <a:r>
              <a:rPr sz="800"/>
              <a:t>Définition des spécifications fonctionnelles, réalisation de l'analyse d'écart (gap analysis) et élaboration de la stratégie de migration de données.</a:t>
            </a:r>
          </a:p>
          <a:p>
            <a:pPr marL="128588" indent="-128588">
              <a:buFont typeface="Arial"/>
              <a:buChar char="•"/>
            </a:pPr>
            <a:r>
              <a:rPr sz="800"/>
              <a:t>Support aux tests de recette (UAT), création des supports de formation et exécution de la migration de données avec validation.</a:t>
            </a:r>
          </a:p>
          <a:p>
            <a:pPr marL="128588" indent="-128588">
              <a:buFont typeface="Arial"/>
              <a:buChar char="•"/>
            </a:pPr>
            <a:r>
              <a:rPr sz="800"/>
              <a:t>Supervision de la transition en production et support post-déploiement.</a:t>
            </a:r>
          </a:p>
        </p:txBody>
      </p:sp>
      <p:pic>
        <p:nvPicPr>
          <p:cNvPr id="9" name="Picture 8" descr="BNP Paribas APM | Secure Bank Transfers via BNP Paribas (Poland) | Nuvei">
            <a:extLst>
              <a:ext uri="{FF2B5EF4-FFF2-40B4-BE49-F238E27FC236}">
                <a16:creationId xmlns:a16="http://schemas.microsoft.com/office/drawing/2014/main" id="{31D844EB-1213-51E4-168A-C35FE5FAC789}"/>
              </a:ext>
            </a:extLst>
          </p:cNvPr>
          <p:cNvPicPr>
            <a:picLocks noChangeAspect="1"/>
          </p:cNvPicPr>
          <p:nvPr/>
        </p:nvPicPr>
        <p:blipFill>
          <a:blip r:embed="rId4"/>
          <a:srcRect l="8215" t="18070" r="9473" b="17869"/>
          <a:stretch>
            <a:fillRect/>
          </a:stretch>
        </p:blipFill>
        <p:spPr>
          <a:xfrm>
            <a:off x="5397451" y="1131194"/>
            <a:ext cx="956167" cy="464925"/>
          </a:xfrm>
          <a:prstGeom prst="rect">
            <a:avLst/>
          </a:prstGeom>
        </p:spPr>
      </p:pic>
      <p:pic>
        <p:nvPicPr>
          <p:cNvPr id="11" name="Google Shape;899;p91">
            <a:extLst>
              <a:ext uri="{FF2B5EF4-FFF2-40B4-BE49-F238E27FC236}">
                <a16:creationId xmlns:a16="http://schemas.microsoft.com/office/drawing/2014/main" id="{5C09DBA2-1B50-1880-19A2-A132262DC376}"/>
              </a:ext>
            </a:extLst>
          </p:cNvPr>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3982618" y="1249398"/>
            <a:ext cx="1098496" cy="247462"/>
          </a:xfrm>
          <a:prstGeom prst="rect">
            <a:avLst/>
          </a:prstGeom>
          <a:noFill/>
          <a:ln>
            <a:noFill/>
          </a:ln>
        </p:spPr>
      </p:pic>
      <p:pic>
        <p:nvPicPr>
          <p:cNvPr id="13" name="Picture 12" descr="BMCI Groupe BNP Paribas">
            <a:extLst>
              <a:ext uri="{FF2B5EF4-FFF2-40B4-BE49-F238E27FC236}">
                <a16:creationId xmlns:a16="http://schemas.microsoft.com/office/drawing/2014/main" id="{3AC2A943-C18C-CDED-2A1D-86F5378644D2}"/>
              </a:ext>
            </a:extLst>
          </p:cNvPr>
          <p:cNvPicPr>
            <a:picLocks noChangeAspect="1"/>
          </p:cNvPicPr>
          <p:nvPr/>
        </p:nvPicPr>
        <p:blipFill>
          <a:blip r:embed="rId6"/>
          <a:srcRect t="24731" b="19549"/>
          <a:stretch>
            <a:fillRect/>
          </a:stretch>
        </p:blipFill>
        <p:spPr>
          <a:xfrm>
            <a:off x="6523865" y="1065467"/>
            <a:ext cx="1108647" cy="617743"/>
          </a:xfrm>
          <a:prstGeom prst="rect">
            <a:avLst/>
          </a:prstGeom>
        </p:spPr>
      </p:pic>
      <p:pic>
        <p:nvPicPr>
          <p:cNvPr id="15" name="Picture 14" descr="UBCI | Nous connaitre">
            <a:extLst>
              <a:ext uri="{FF2B5EF4-FFF2-40B4-BE49-F238E27FC236}">
                <a16:creationId xmlns:a16="http://schemas.microsoft.com/office/drawing/2014/main" id="{BE5555BB-11F5-F0E8-34B2-7C2C920BB064}"/>
              </a:ext>
            </a:extLst>
          </p:cNvPr>
          <p:cNvPicPr>
            <a:picLocks noChangeAspect="1"/>
          </p:cNvPicPr>
          <p:nvPr/>
        </p:nvPicPr>
        <p:blipFill>
          <a:blip r:embed="rId7"/>
          <a:stretch>
            <a:fillRect/>
          </a:stretch>
        </p:blipFill>
        <p:spPr>
          <a:xfrm>
            <a:off x="7900400" y="1249398"/>
            <a:ext cx="929493" cy="279603"/>
          </a:xfrm>
          <a:prstGeom prst="rect">
            <a:avLst/>
          </a:prstGeom>
        </p:spPr>
      </p:pic>
    </p:spTree>
    <p:extLst>
      <p:ext uri="{BB962C8B-B14F-4D97-AF65-F5344CB8AC3E}">
        <p14:creationId xmlns:p14="http://schemas.microsoft.com/office/powerpoint/2010/main" val="3055599618"/>
      </p:ext>
    </p:extLst>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887;p91">
            <a:extLst>
              <a:ext uri="{FF2B5EF4-FFF2-40B4-BE49-F238E27FC236}">
                <a16:creationId xmlns:a16="http://schemas.microsoft.com/office/drawing/2014/main" id="{75E7FD45-5803-00D2-219B-FF2A18F0FF14}"/>
              </a:ext>
            </a:extLst>
          </p:cNvPr>
          <p:cNvSpPr txBox="1"/>
          <p:nvPr/>
        </p:nvSpPr>
        <p:spPr>
          <a:xfrm>
            <a:off x="238561" y="1946438"/>
            <a:ext cx="3936530" cy="1913279"/>
          </a:xfrm>
          <a:prstGeom prst="rect">
            <a:avLst/>
          </a:prstGeom>
          <a:noFill/>
          <a:ln>
            <a:noFill/>
          </a:ln>
        </p:spPr>
        <p:txBody>
          <a:bodyPr spcFirstLastPara="1" wrap="square" lIns="90000" tIns="0" rIns="0" bIns="0" anchor="t" anchorCtr="0">
            <a:noAutofit/>
          </a:bodyPr>
          <a:lstStyle/>
          <a:p>
            <a:pPr marL="63499" algn="just" defTabSz="914378">
              <a:buSzPts val="600"/>
            </a:pPr>
            <a:r>
              <a:rPr b="1" sz="800"/>
              <a:t>Millesima Experience | IT Consultant :</a:t>
            </a:r>
          </a:p>
          <a:p>
            <a:pPr marL="128588" indent="-128588">
              <a:buFont typeface="Arial"/>
              <a:buChar char="•"/>
            </a:pPr>
            <a:r>
              <a:rPr sz="800"/>
              <a:t>Définition des exigences fonctionnelles et alignement avec les objectifs métier.</a:t>
            </a:r>
          </a:p>
          <a:p>
            <a:pPr marL="128588" indent="-128588">
              <a:buFont typeface="Arial"/>
              <a:buChar char="•"/>
            </a:pPr>
            <a:r>
              <a:rPr sz="800"/>
              <a:t>Élaboration des wireframes UX, des user stories et des maquettes interactives.</a:t>
            </a:r>
          </a:p>
        </p:txBody>
      </p:sp>
      <p:sp>
        <p:nvSpPr>
          <p:cNvPr id="5" name="ZoneTexte 4">
            <a:extLst>
              <a:ext uri="{FF2B5EF4-FFF2-40B4-BE49-F238E27FC236}">
                <a16:creationId xmlns:a16="http://schemas.microsoft.com/office/drawing/2014/main" id="{D856CE3F-5B02-8F7E-C625-6F3B45A47E98}"/>
              </a:ext>
            </a:extLst>
          </p:cNvPr>
          <p:cNvSpPr txBox="1"/>
          <p:nvPr/>
        </p:nvSpPr>
        <p:spPr>
          <a:xfrm>
            <a:off x="4386106" y="1946438"/>
            <a:ext cx="4572627" cy="1446550"/>
          </a:xfrm>
          <a:prstGeom prst="rect">
            <a:avLst/>
          </a:prstGeom>
          <a:noFill/>
        </p:spPr>
        <p:txBody>
          <a:bodyPr wrap="square">
            <a:spAutoFit/>
          </a:bodyPr>
          <a:lstStyle/>
          <a:p>
            <a:pPr marL="63499" algn="just" defTabSz="914378">
              <a:buSzPts val="600"/>
            </a:pPr>
          </a:p>
        </p:txBody>
      </p:sp>
      <p:sp>
        <p:nvSpPr>
          <p:cNvPr id="10" name="Google Shape;868;p91">
            <a:extLst>
              <a:ext uri="{FF2B5EF4-FFF2-40B4-BE49-F238E27FC236}">
                <a16:creationId xmlns:a16="http://schemas.microsoft.com/office/drawing/2014/main" id="{5EE19B54-28D4-913F-4DE6-32AFED007C46}"/>
              </a:ext>
            </a:extLst>
          </p:cNvPr>
          <p:cNvSpPr/>
          <p:nvPr/>
        </p:nvSpPr>
        <p:spPr>
          <a:xfrm>
            <a:off x="0" y="0"/>
            <a:ext cx="9144000" cy="1051800"/>
          </a:xfrm>
          <a:prstGeom prst="rect">
            <a:avLst/>
          </a:prstGeom>
          <a:solidFill>
            <a:schemeClr val="accent6"/>
          </a:solidFill>
          <a:ln>
            <a:noFill/>
          </a:ln>
        </p:spPr>
        <p:txBody>
          <a:bodyPr spcFirstLastPara="1" wrap="square" lIns="91425" tIns="91425" rIns="91425" bIns="91425" anchor="ctr" anchorCtr="0">
            <a:noAutofit/>
          </a:bodyPr>
          <a:lstStyle/>
          <a:p>
            <a:pPr algn="ctr" defTabSz="914378"/>
            <a:endParaRPr>
              <a:latin typeface="Montserrat"/>
              <a:ea typeface="Montserrat"/>
              <a:cs typeface="Montserrat"/>
              <a:sym typeface="Montserrat"/>
            </a:endParaRPr>
          </a:p>
        </p:txBody>
      </p:sp>
      <p:sp>
        <p:nvSpPr>
          <p:cNvPr id="11" name="Google Shape;869;p91">
            <a:extLst>
              <a:ext uri="{FF2B5EF4-FFF2-40B4-BE49-F238E27FC236}">
                <a16:creationId xmlns:a16="http://schemas.microsoft.com/office/drawing/2014/main" id="{1D2C9E3B-6CFA-9A6C-2438-DCFDAEFBACD8}"/>
              </a:ext>
            </a:extLst>
          </p:cNvPr>
          <p:cNvSpPr txBox="1">
            <a:spLocks/>
          </p:cNvSpPr>
          <p:nvPr/>
        </p:nvSpPr>
        <p:spPr>
          <a:xfrm>
            <a:off x="1613874" y="154850"/>
            <a:ext cx="2003530" cy="2769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1pPr>
            <a:lvl2pPr marL="914400" marR="0" lvl="1"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2pPr>
            <a:lvl3pPr marL="1371600" marR="0" lvl="2"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3pPr>
            <a:lvl4pPr marL="1828800" marR="0" lvl="3"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4pPr>
            <a:lvl5pPr marL="2286000" marR="0" lvl="4"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5pPr>
            <a:lvl6pPr marL="2743200" marR="0" lvl="5"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6pPr>
            <a:lvl7pPr marL="3200400" marR="0" lvl="6"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7pPr>
            <a:lvl8pPr marL="3657600" marR="0" lvl="7"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8pPr>
            <a:lvl9pPr marL="4114800" marR="0" lvl="8"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9pPr>
          </a:lstStyle>
          <a:p>
            <a:pPr marL="0" indent="0">
              <a:buClr>
                <a:schemeClr val="dk2"/>
              </a:buClr>
              <a:buSzPts val="1200"/>
              <a:buFont typeface="Montserrat"/>
              <a:buNone/>
            </a:pPr>
            <a:r>
              <a:rPr lang="en-GB" sz="1200" b="1">
                <a:solidFill>
                  <a:schemeClr val="lt2"/>
                </a:solidFill>
              </a:rPr>
              <a:t>Leith Majdoub</a:t>
            </a:r>
            <a:endParaRPr lang="en-GB" sz="1200" b="1" dirty="0">
              <a:solidFill>
                <a:schemeClr val="lt2"/>
              </a:solidFill>
            </a:endParaRPr>
          </a:p>
        </p:txBody>
      </p:sp>
      <p:sp>
        <p:nvSpPr>
          <p:cNvPr id="15" name="Google Shape;877;p91">
            <a:extLst>
              <a:ext uri="{FF2B5EF4-FFF2-40B4-BE49-F238E27FC236}">
                <a16:creationId xmlns:a16="http://schemas.microsoft.com/office/drawing/2014/main" id="{46B8542A-36C5-3E7D-9D43-8569E6C1B522}"/>
              </a:ext>
            </a:extLst>
          </p:cNvPr>
          <p:cNvSpPr txBox="1">
            <a:spLocks/>
          </p:cNvSpPr>
          <p:nvPr/>
        </p:nvSpPr>
        <p:spPr>
          <a:xfrm>
            <a:off x="1613875" y="444175"/>
            <a:ext cx="1747800" cy="3603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1pPr>
            <a:lvl2pPr marL="914400" marR="0" lvl="1"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2pPr>
            <a:lvl3pPr marL="1371600" marR="0" lvl="2"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3pPr>
            <a:lvl4pPr marL="1828800" marR="0" lvl="3"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4pPr>
            <a:lvl5pPr marL="2286000" marR="0" lvl="4"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5pPr>
            <a:lvl6pPr marL="2743200" marR="0" lvl="5"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6pPr>
            <a:lvl7pPr marL="3200400" marR="0" lvl="6"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7pPr>
            <a:lvl8pPr marL="3657600" marR="0" lvl="7"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8pPr>
            <a:lvl9pPr marL="4114800" marR="0" lvl="8"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9pPr>
          </a:lstStyle>
          <a:p>
            <a:pPr marL="0" indent="0">
              <a:spcAft>
                <a:spcPts val="1200"/>
              </a:spcAft>
              <a:buClr>
                <a:schemeClr val="dk1"/>
              </a:buClr>
              <a:buSzPts val="800"/>
              <a:buFont typeface="Montserrat"/>
              <a:buNone/>
            </a:pPr>
            <a:r>
              <a:rPr lang="en-GB" sz="900" b="1">
                <a:solidFill>
                  <a:schemeClr val="dk1"/>
                </a:solidFill>
              </a:rPr>
              <a:t>IT Consultant</a:t>
            </a:r>
            <a:endParaRPr lang="en-GB" sz="900" b="1" dirty="0">
              <a:solidFill>
                <a:schemeClr val="dk1"/>
              </a:solidFill>
            </a:endParaRPr>
          </a:p>
        </p:txBody>
      </p:sp>
      <p:pic>
        <p:nvPicPr>
          <p:cNvPr id="18" name="Picture 17" descr="BNP Paribas APM | Secure Bank Transfers via BNP Paribas (Poland) | Nuvei">
            <a:extLst>
              <a:ext uri="{FF2B5EF4-FFF2-40B4-BE49-F238E27FC236}">
                <a16:creationId xmlns:a16="http://schemas.microsoft.com/office/drawing/2014/main" id="{CA14C6B4-5380-4FE3-15CA-75490A2776B2}"/>
              </a:ext>
            </a:extLst>
          </p:cNvPr>
          <p:cNvPicPr>
            <a:picLocks noChangeAspect="1"/>
          </p:cNvPicPr>
          <p:nvPr/>
        </p:nvPicPr>
        <p:blipFill>
          <a:blip r:embed="rId3"/>
          <a:srcRect l="8215" t="18070" r="9473" b="17869"/>
          <a:stretch>
            <a:fillRect/>
          </a:stretch>
        </p:blipFill>
        <p:spPr>
          <a:xfrm>
            <a:off x="5397451" y="1131194"/>
            <a:ext cx="956167" cy="464925"/>
          </a:xfrm>
          <a:prstGeom prst="rect">
            <a:avLst/>
          </a:prstGeom>
        </p:spPr>
      </p:pic>
      <p:pic>
        <p:nvPicPr>
          <p:cNvPr id="20" name="Google Shape;899;p91">
            <a:extLst>
              <a:ext uri="{FF2B5EF4-FFF2-40B4-BE49-F238E27FC236}">
                <a16:creationId xmlns:a16="http://schemas.microsoft.com/office/drawing/2014/main" id="{60E9E407-A7A1-FAEC-0D77-C01E7089B582}"/>
              </a:ext>
            </a:extLst>
          </p:cNvPr>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3982618" y="1249398"/>
            <a:ext cx="1098496" cy="247462"/>
          </a:xfrm>
          <a:prstGeom prst="rect">
            <a:avLst/>
          </a:prstGeom>
          <a:noFill/>
          <a:ln>
            <a:noFill/>
          </a:ln>
        </p:spPr>
      </p:pic>
      <p:pic>
        <p:nvPicPr>
          <p:cNvPr id="22" name="Picture 21" descr="BMCI Groupe BNP Paribas">
            <a:extLst>
              <a:ext uri="{FF2B5EF4-FFF2-40B4-BE49-F238E27FC236}">
                <a16:creationId xmlns:a16="http://schemas.microsoft.com/office/drawing/2014/main" id="{758FFA84-6019-AA42-10EB-BEA554BEF4C2}"/>
              </a:ext>
            </a:extLst>
          </p:cNvPr>
          <p:cNvPicPr>
            <a:picLocks noChangeAspect="1"/>
          </p:cNvPicPr>
          <p:nvPr/>
        </p:nvPicPr>
        <p:blipFill>
          <a:blip r:embed="rId5"/>
          <a:srcRect t="24731" b="19549"/>
          <a:stretch>
            <a:fillRect/>
          </a:stretch>
        </p:blipFill>
        <p:spPr>
          <a:xfrm>
            <a:off x="6523865" y="1065467"/>
            <a:ext cx="1108647" cy="617743"/>
          </a:xfrm>
          <a:prstGeom prst="rect">
            <a:avLst/>
          </a:prstGeom>
        </p:spPr>
      </p:pic>
      <p:pic>
        <p:nvPicPr>
          <p:cNvPr id="24" name="Picture 23" descr="UBCI | Nous connaitre">
            <a:extLst>
              <a:ext uri="{FF2B5EF4-FFF2-40B4-BE49-F238E27FC236}">
                <a16:creationId xmlns:a16="http://schemas.microsoft.com/office/drawing/2014/main" id="{E720C7A7-E968-70D6-0015-59606F9F017E}"/>
              </a:ext>
            </a:extLst>
          </p:cNvPr>
          <p:cNvPicPr>
            <a:picLocks noChangeAspect="1"/>
          </p:cNvPicPr>
          <p:nvPr/>
        </p:nvPicPr>
        <p:blipFill>
          <a:blip r:embed="rId6"/>
          <a:stretch>
            <a:fillRect/>
          </a:stretch>
        </p:blipFill>
        <p:spPr>
          <a:xfrm>
            <a:off x="7900400" y="1249398"/>
            <a:ext cx="929493" cy="279603"/>
          </a:xfrm>
          <a:prstGeom prst="rect">
            <a:avLst/>
          </a:prstGeom>
        </p:spPr>
      </p:pic>
      <p:sp>
        <p:nvSpPr>
          <p:cNvPr id="26" name="Google Shape;885;p91">
            <a:extLst>
              <a:ext uri="{FF2B5EF4-FFF2-40B4-BE49-F238E27FC236}">
                <a16:creationId xmlns:a16="http://schemas.microsoft.com/office/drawing/2014/main" id="{339EE12A-2666-5232-B00C-CC23BD4243E8}"/>
              </a:ext>
            </a:extLst>
          </p:cNvPr>
          <p:cNvSpPr txBox="1"/>
          <p:nvPr/>
        </p:nvSpPr>
        <p:spPr>
          <a:xfrm>
            <a:off x="134011" y="1649191"/>
            <a:ext cx="4200771" cy="224966"/>
          </a:xfrm>
          <a:prstGeom prst="rect">
            <a:avLst/>
          </a:prstGeom>
          <a:noFill/>
          <a:ln>
            <a:noFill/>
          </a:ln>
        </p:spPr>
        <p:txBody>
          <a:bodyPr spcFirstLastPara="1" wrap="square" lIns="90000" tIns="0" rIns="0" bIns="0" anchor="ctr" anchorCtr="0">
            <a:noAutofit/>
          </a:bodyPr>
          <a:lstStyle/>
          <a:p>
            <a:pPr defTabSz="914378"/>
            <a:r>
              <a:rPr lang="en-GB" sz="900" dirty="0" err="1">
                <a:solidFill>
                  <a:srgbClr val="F8485E"/>
                </a:solidFill>
                <a:latin typeface="Montserrat SemiBold"/>
                <a:ea typeface="Montserrat SemiBold"/>
                <a:cs typeface="Montserrat SemiBold"/>
                <a:sym typeface="Montserrat SemiBold"/>
              </a:rPr>
              <a:t>Principales</a:t>
            </a:r>
            <a:r>
              <a:rPr lang="en-GB" sz="900" dirty="0">
                <a:solidFill>
                  <a:srgbClr val="F8485E"/>
                </a:solidFill>
                <a:latin typeface="Montserrat SemiBold"/>
                <a:ea typeface="Montserrat SemiBold"/>
                <a:cs typeface="Montserrat SemiBold"/>
                <a:sym typeface="Montserrat SemiBold"/>
              </a:rPr>
              <a:t> </a:t>
            </a:r>
            <a:r>
              <a:rPr lang="en-GB" sz="900" dirty="0" err="1">
                <a:solidFill>
                  <a:srgbClr val="F8485E"/>
                </a:solidFill>
                <a:latin typeface="Montserrat SemiBold"/>
                <a:ea typeface="Montserrat SemiBold"/>
                <a:cs typeface="Montserrat SemiBold"/>
                <a:sym typeface="Montserrat SemiBold"/>
              </a:rPr>
              <a:t>Réalisations</a:t>
            </a:r>
            <a:r>
              <a:rPr lang="en-GB" sz="900" dirty="0">
                <a:solidFill>
                  <a:srgbClr val="F8485E"/>
                </a:solidFill>
                <a:latin typeface="Montserrat SemiBold"/>
                <a:ea typeface="Montserrat SemiBold"/>
                <a:cs typeface="Montserrat SemiBold"/>
                <a:sym typeface="Montserrat SemiBold"/>
              </a:rPr>
              <a:t> &amp; </a:t>
            </a:r>
            <a:r>
              <a:rPr lang="en-GB" sz="900" dirty="0" err="1">
                <a:solidFill>
                  <a:srgbClr val="F8485E"/>
                </a:solidFill>
                <a:latin typeface="Montserrat SemiBold"/>
                <a:ea typeface="Montserrat SemiBold"/>
                <a:cs typeface="Montserrat SemiBold"/>
                <a:sym typeface="Montserrat SemiBold"/>
              </a:rPr>
              <a:t>Références</a:t>
            </a:r>
            <a:r>
              <a:rPr lang="en-GB" sz="900" dirty="0">
                <a:solidFill>
                  <a:srgbClr val="F8485E"/>
                </a:solidFill>
                <a:latin typeface="Montserrat SemiBold"/>
                <a:ea typeface="Montserrat SemiBold"/>
                <a:cs typeface="Montserrat SemiBold"/>
                <a:sym typeface="Montserrat SemiBold"/>
              </a:rPr>
              <a:t> </a:t>
            </a:r>
            <a:endParaRPr sz="900" dirty="0">
              <a:solidFill>
                <a:srgbClr val="F8485E"/>
              </a:solidFill>
              <a:latin typeface="Montserrat SemiBold"/>
              <a:ea typeface="Montserrat SemiBold"/>
              <a:cs typeface="Montserrat SemiBold"/>
              <a:sym typeface="Montserrat SemiBold"/>
            </a:endParaRPr>
          </a:p>
        </p:txBody>
      </p:sp>
    </p:spTree>
    <p:extLst>
      <p:ext uri="{BB962C8B-B14F-4D97-AF65-F5344CB8AC3E}">
        <p14:creationId xmlns:p14="http://schemas.microsoft.com/office/powerpoint/2010/main" val="3048782105"/>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3C3C3A"/>
      </a:dk1>
      <a:lt1>
        <a:srgbClr val="FFFFFF"/>
      </a:lt1>
      <a:dk2>
        <a:srgbClr val="3C3C3A"/>
      </a:dk2>
      <a:lt2>
        <a:srgbClr val="F8485E"/>
      </a:lt2>
      <a:accent1>
        <a:srgbClr val="F8485E"/>
      </a:accent1>
      <a:accent2>
        <a:srgbClr val="FCA2AE"/>
      </a:accent2>
      <a:accent3>
        <a:srgbClr val="FDDADE"/>
      </a:accent3>
      <a:accent4>
        <a:srgbClr val="D7EBE7"/>
      </a:accent4>
      <a:accent5>
        <a:srgbClr val="EFEADC"/>
      </a:accent5>
      <a:accent6>
        <a:srgbClr val="EFEEEE"/>
      </a:accent6>
      <a:hlink>
        <a:srgbClr val="F8485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1857</TotalTime>
  <Words>744</Words>
  <Application>Microsoft Office PowerPoint</Application>
  <PresentationFormat>Affichage à l'écran (16:9)</PresentationFormat>
  <Paragraphs>68</Paragraphs>
  <Slides>2</Slides>
  <Notes>1</Notes>
  <HiddenSlides>0</HiddenSlides>
  <MMClips>0</MMClips>
  <ScaleCrop>false</ScaleCrop>
  <HeadingPairs>
    <vt:vector size="6" baseType="variant">
      <vt:variant>
        <vt:lpstr>Polices utilisées</vt:lpstr>
      </vt:variant>
      <vt:variant>
        <vt:i4>7</vt:i4>
      </vt:variant>
      <vt:variant>
        <vt:lpstr>Thème</vt:lpstr>
      </vt:variant>
      <vt:variant>
        <vt:i4>2</vt:i4>
      </vt:variant>
      <vt:variant>
        <vt:lpstr>Titres des diapositives</vt:lpstr>
      </vt:variant>
      <vt:variant>
        <vt:i4>2</vt:i4>
      </vt:variant>
    </vt:vector>
  </HeadingPairs>
  <TitlesOfParts>
    <vt:vector size="11" baseType="lpstr">
      <vt:lpstr>Montserrat Medium</vt:lpstr>
      <vt:lpstr>Montserrat Light</vt:lpstr>
      <vt:lpstr>Verdana</vt:lpstr>
      <vt:lpstr>Arial</vt:lpstr>
      <vt:lpstr>Montserrat</vt:lpstr>
      <vt:lpstr>Montserrat SemiBold</vt:lpstr>
      <vt:lpstr>Century Gothic</vt:lpstr>
      <vt:lpstr>Simple Light</vt:lpstr>
      <vt:lpstr>Simple Light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Mohamed BEN AYED</dc:creator>
  <cp:lastModifiedBy>Fatèn TAGHOUTI</cp:lastModifiedBy>
  <cp:revision>127</cp:revision>
  <dcterms:modified xsi:type="dcterms:W3CDTF">2026-08-11T12:54:42Z</dcterms:modified>
</cp:coreProperties>
</file>