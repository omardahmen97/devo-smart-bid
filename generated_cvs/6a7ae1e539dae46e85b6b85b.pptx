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4" r:id="rId1"/>
    <p:sldMasterId id="2147483715" r:id="rId2"/>
  </p:sldMasterIdLst>
  <p:notesMasterIdLst>
    <p:notesMasterId r:id="rId5"/>
  </p:notesMasterIdLst>
  <p:sldIdLst>
    <p:sldId id="307" r:id="rId3"/>
    <p:sldId id="308" r:id="rId4"/>
  </p:sldIdLst>
  <p:sldSz cx="9144000" cy="5143500" type="screen16x9"/>
  <p:notesSz cx="6858000" cy="9144000"/>
  <p:embeddedFontLst>
    <p:embeddedFont>
      <p:font typeface="Century Gothic" panose="020B0502020202020204" pitchFamily="34" charset="0"/>
      <p:regular r:id="rId6"/>
      <p:bold r:id="rId7"/>
      <p:italic r:id="rId8"/>
      <p:boldItalic r:id="rId9"/>
    </p:embeddedFont>
    <p:embeddedFont>
      <p:font typeface="Montserrat" panose="00000500000000000000" pitchFamily="2" charset="0"/>
      <p:regular r:id="rId10"/>
      <p:bold r:id="rId11"/>
      <p:italic r:id="rId12"/>
      <p:boldItalic r:id="rId13"/>
    </p:embeddedFont>
    <p:embeddedFont>
      <p:font typeface="Montserrat Light" panose="00000400000000000000" pitchFamily="2" charset="0"/>
      <p:regular r:id="rId14"/>
      <p:bold r:id="rId15"/>
      <p:italic r:id="rId16"/>
      <p:boldItalic r:id="rId17"/>
    </p:embeddedFont>
    <p:embeddedFont>
      <p:font typeface="Montserrat Medium" panose="00000600000000000000" pitchFamily="2" charset="0"/>
      <p:regular r:id="rId18"/>
      <p:bold r:id="rId19"/>
      <p:italic r:id="rId20"/>
      <p:boldItalic r:id="rId21"/>
    </p:embeddedFont>
    <p:embeddedFont>
      <p:font typeface="Montserrat SemiBold" panose="00000700000000000000" pitchFamily="2" charset="0"/>
      <p:regular r:id="rId22"/>
      <p:bold r:id="rId23"/>
      <p:italic r:id="rId24"/>
      <p:boldItalic r:id="rId25"/>
    </p:embeddedFont>
    <p:embeddedFont>
      <p:font typeface="Verdana" panose="020B0604030504040204"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96" autoAdjust="0"/>
  </p:normalViewPr>
  <p:slideViewPr>
    <p:cSldViewPr snapToGrid="0">
      <p:cViewPr varScale="1">
        <p:scale>
          <a:sx n="102" d="100"/>
          <a:sy n="102" d="100"/>
        </p:scale>
        <p:origin x="1589"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notesMaster" Target="notesMasters/notesMaster1.xml"/><Relationship Id="rId6" Type="http://schemas.openxmlformats.org/officeDocument/2006/relationships/font" Target="fonts/font1.fntdata"/><Relationship Id="rId7" Type="http://schemas.openxmlformats.org/officeDocument/2006/relationships/font" Target="fonts/font2.fntdata"/><Relationship Id="rId8" Type="http://schemas.openxmlformats.org/officeDocument/2006/relationships/font" Target="fonts/font3.fntdata"/><Relationship Id="rId9" Type="http://schemas.openxmlformats.org/officeDocument/2006/relationships/font" Target="fonts/font4.fntdata"/><Relationship Id="rId10" Type="http://schemas.openxmlformats.org/officeDocument/2006/relationships/font" Target="fonts/font5.fntdata"/><Relationship Id="rId11" Type="http://schemas.openxmlformats.org/officeDocument/2006/relationships/font" Target="fonts/font6.fntdata"/><Relationship Id="rId12" Type="http://schemas.openxmlformats.org/officeDocument/2006/relationships/font" Target="fonts/font7.fntdata"/><Relationship Id="rId13" Type="http://schemas.openxmlformats.org/officeDocument/2006/relationships/font" Target="fonts/font8.fntdata"/><Relationship Id="rId14" Type="http://schemas.openxmlformats.org/officeDocument/2006/relationships/font" Target="fonts/font9.fntdata"/><Relationship Id="rId15" Type="http://schemas.openxmlformats.org/officeDocument/2006/relationships/font" Target="fonts/font10.fntdata"/><Relationship Id="rId16" Type="http://schemas.openxmlformats.org/officeDocument/2006/relationships/font" Target="fonts/font11.fntdata"/><Relationship Id="rId17" Type="http://schemas.openxmlformats.org/officeDocument/2006/relationships/font" Target="fonts/font12.fntdata"/><Relationship Id="rId18" Type="http://schemas.openxmlformats.org/officeDocument/2006/relationships/font" Target="fonts/font13.fntdata"/><Relationship Id="rId19" Type="http://schemas.openxmlformats.org/officeDocument/2006/relationships/font" Target="fonts/font14.fntdata"/><Relationship Id="rId20" Type="http://schemas.openxmlformats.org/officeDocument/2006/relationships/font" Target="fonts/font15.fntdata"/><Relationship Id="rId21" Type="http://schemas.openxmlformats.org/officeDocument/2006/relationships/font" Target="fonts/font16.fntdata"/><Relationship Id="rId22" Type="http://schemas.openxmlformats.org/officeDocument/2006/relationships/font" Target="fonts/font17.fntdata"/><Relationship Id="rId23" Type="http://schemas.openxmlformats.org/officeDocument/2006/relationships/font" Target="fonts/font18.fntdata"/><Relationship Id="rId24" Type="http://schemas.openxmlformats.org/officeDocument/2006/relationships/font" Target="fonts/font19.fntdata"/><Relationship Id="rId25" Type="http://schemas.openxmlformats.org/officeDocument/2006/relationships/font" Target="fonts/font20.fntdata"/><Relationship Id="rId26" Type="http://schemas.openxmlformats.org/officeDocument/2006/relationships/font" Target="fonts/font21.fntdata"/><Relationship Id="rId27" Type="http://schemas.openxmlformats.org/officeDocument/2006/relationships/font" Target="fonts/font22.fntdata"/><Relationship Id="rId28" Type="http://schemas.openxmlformats.org/officeDocument/2006/relationships/font" Target="fonts/font23.fntdata"/><Relationship Id="rId29" Type="http://schemas.openxmlformats.org/officeDocument/2006/relationships/font" Target="fonts/font24.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924A6FFB-6134-EF9E-6A7E-C503253867FC}"/>
            </a:ext>
          </a:extLst>
        </p:cNvPr>
        <p:cNvGrpSpPr/>
        <p:nvPr/>
      </p:nvGrpSpPr>
      <p:grpSpPr>
        <a:xfrm>
          <a:off x="0" y="0"/>
          <a:ext cx="0" cy="0"/>
          <a:chOff x="0" y="0"/>
          <a:chExt cx="0" cy="0"/>
        </a:xfrm>
      </p:grpSpPr>
      <p:sp>
        <p:nvSpPr>
          <p:cNvPr id="865" name="Google Shape;865;g3f517f0088e_2_695:notes">
            <a:extLst>
              <a:ext uri="{FF2B5EF4-FFF2-40B4-BE49-F238E27FC236}">
                <a16:creationId xmlns:a16="http://schemas.microsoft.com/office/drawing/2014/main" id="{DAD1A018-DF5F-ECE4-5E64-5D72F18321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6" name="Google Shape;866;g3f517f0088e_2_695:notes">
            <a:extLst>
              <a:ext uri="{FF2B5EF4-FFF2-40B4-BE49-F238E27FC236}">
                <a16:creationId xmlns:a16="http://schemas.microsoft.com/office/drawing/2014/main" id="{1C3BA472-989D-3C5B-BC1A-C377FF6937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679336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emplate - keep it empty">
  <p:cSld name="Blank template - keep it empty">
    <p:spTree>
      <p:nvGrpSpPr>
        <p:cNvPr id="1" name="Shape 99"/>
        <p:cNvGrpSpPr/>
        <p:nvPr/>
      </p:nvGrpSpPr>
      <p:grpSpPr>
        <a:xfrm>
          <a:off x="0" y="0"/>
          <a:ext cx="0" cy="0"/>
          <a:chOff x="0" y="0"/>
          <a:chExt cx="0" cy="0"/>
        </a:xfrm>
      </p:grpSpPr>
      <p:sp>
        <p:nvSpPr>
          <p:cNvPr id="100" name="Google Shape;100;p21"/>
          <p:cNvSpPr txBox="1">
            <a:spLocks noGrp="1"/>
          </p:cNvSpPr>
          <p:nvPr>
            <p:ph type="sldNum" idx="12"/>
          </p:nvPr>
        </p:nvSpPr>
        <p:spPr>
          <a:xfrm>
            <a:off x="8556775" y="4861575"/>
            <a:ext cx="587100" cy="145200"/>
          </a:xfrm>
          <a:prstGeom prst="rect">
            <a:avLst/>
          </a:prstGeom>
          <a:noFill/>
          <a:ln>
            <a:noFill/>
          </a:ln>
        </p:spPr>
        <p:txBody>
          <a:bodyPr spcFirstLastPara="1" wrap="square" lIns="68575" tIns="68575" rIns="68575" bIns="68575" anchor="t" anchorCtr="0">
            <a:noAutofit/>
          </a:bodyPr>
          <a:lstStyle>
            <a:lvl1pPr marL="0" marR="0" lvl="0"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4) Content - One title and extra long text">
  <p:cSld name="44) Content - One title and extra long text">
    <p:spTree>
      <p:nvGrpSpPr>
        <p:cNvPr id="1" name="Shape 101"/>
        <p:cNvGrpSpPr/>
        <p:nvPr/>
      </p:nvGrpSpPr>
      <p:grpSpPr>
        <a:xfrm>
          <a:off x="0" y="0"/>
          <a:ext cx="0" cy="0"/>
          <a:chOff x="0" y="0"/>
          <a:chExt cx="0" cy="0"/>
        </a:xfrm>
      </p:grpSpPr>
      <p:sp>
        <p:nvSpPr>
          <p:cNvPr id="102" name="Google Shape;102;p22"/>
          <p:cNvSpPr txBox="1">
            <a:spLocks noGrp="1"/>
          </p:cNvSpPr>
          <p:nvPr>
            <p:ph type="subTitle" idx="1"/>
          </p:nvPr>
        </p:nvSpPr>
        <p:spPr>
          <a:xfrm>
            <a:off x="587225" y="1165925"/>
            <a:ext cx="3324300" cy="1539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3C3C3A"/>
              </a:buClr>
              <a:buSzPts val="500"/>
              <a:buFont typeface="Montserrat"/>
              <a:buNone/>
              <a:defRPr sz="1000" b="1">
                <a:solidFill>
                  <a:srgbClr val="3C3C3A"/>
                </a:solidFill>
                <a:latin typeface="Montserrat"/>
                <a:ea typeface="Montserrat"/>
                <a:cs typeface="Montserrat"/>
                <a:sym typeface="Montserrat"/>
              </a:defRPr>
            </a:lvl1pPr>
            <a:lvl2pPr lvl="1" algn="l">
              <a:lnSpc>
                <a:spcPct val="100000"/>
              </a:lnSpc>
              <a:spcBef>
                <a:spcPts val="0"/>
              </a:spcBef>
              <a:spcAft>
                <a:spcPts val="0"/>
              </a:spcAft>
              <a:buSzPts val="500"/>
              <a:buFont typeface="Montserrat"/>
              <a:buNone/>
              <a:defRPr sz="1000" b="1">
                <a:latin typeface="Montserrat"/>
                <a:ea typeface="Montserrat"/>
                <a:cs typeface="Montserrat"/>
                <a:sym typeface="Montserrat"/>
              </a:defRPr>
            </a:lvl2pPr>
            <a:lvl3pPr lvl="2" algn="l">
              <a:lnSpc>
                <a:spcPct val="100000"/>
              </a:lnSpc>
              <a:spcBef>
                <a:spcPts val="0"/>
              </a:spcBef>
              <a:spcAft>
                <a:spcPts val="0"/>
              </a:spcAft>
              <a:buSzPts val="500"/>
              <a:buFont typeface="Montserrat"/>
              <a:buNone/>
              <a:defRPr sz="1000" b="1">
                <a:latin typeface="Montserrat"/>
                <a:ea typeface="Montserrat"/>
                <a:cs typeface="Montserrat"/>
                <a:sym typeface="Montserrat"/>
              </a:defRPr>
            </a:lvl3pPr>
            <a:lvl4pPr lvl="3" algn="l">
              <a:lnSpc>
                <a:spcPct val="100000"/>
              </a:lnSpc>
              <a:spcBef>
                <a:spcPts val="0"/>
              </a:spcBef>
              <a:spcAft>
                <a:spcPts val="0"/>
              </a:spcAft>
              <a:buSzPts val="500"/>
              <a:buFont typeface="Montserrat"/>
              <a:buNone/>
              <a:defRPr sz="1000" b="1">
                <a:latin typeface="Montserrat"/>
                <a:ea typeface="Montserrat"/>
                <a:cs typeface="Montserrat"/>
                <a:sym typeface="Montserrat"/>
              </a:defRPr>
            </a:lvl4pPr>
            <a:lvl5pPr lvl="4" algn="l">
              <a:lnSpc>
                <a:spcPct val="100000"/>
              </a:lnSpc>
              <a:spcBef>
                <a:spcPts val="0"/>
              </a:spcBef>
              <a:spcAft>
                <a:spcPts val="0"/>
              </a:spcAft>
              <a:buSzPts val="500"/>
              <a:buFont typeface="Montserrat"/>
              <a:buNone/>
              <a:defRPr sz="1000" b="1">
                <a:latin typeface="Montserrat"/>
                <a:ea typeface="Montserrat"/>
                <a:cs typeface="Montserrat"/>
                <a:sym typeface="Montserrat"/>
              </a:defRPr>
            </a:lvl5pPr>
            <a:lvl6pPr lvl="5" algn="l">
              <a:lnSpc>
                <a:spcPct val="100000"/>
              </a:lnSpc>
              <a:spcBef>
                <a:spcPts val="0"/>
              </a:spcBef>
              <a:spcAft>
                <a:spcPts val="0"/>
              </a:spcAft>
              <a:buSzPts val="500"/>
              <a:buFont typeface="Montserrat"/>
              <a:buNone/>
              <a:defRPr sz="1000" b="1">
                <a:latin typeface="Montserrat"/>
                <a:ea typeface="Montserrat"/>
                <a:cs typeface="Montserrat"/>
                <a:sym typeface="Montserrat"/>
              </a:defRPr>
            </a:lvl6pPr>
            <a:lvl7pPr lvl="6" algn="l">
              <a:lnSpc>
                <a:spcPct val="100000"/>
              </a:lnSpc>
              <a:spcBef>
                <a:spcPts val="0"/>
              </a:spcBef>
              <a:spcAft>
                <a:spcPts val="0"/>
              </a:spcAft>
              <a:buSzPts val="500"/>
              <a:buFont typeface="Montserrat"/>
              <a:buNone/>
              <a:defRPr sz="1000" b="1">
                <a:latin typeface="Montserrat"/>
                <a:ea typeface="Montserrat"/>
                <a:cs typeface="Montserrat"/>
                <a:sym typeface="Montserrat"/>
              </a:defRPr>
            </a:lvl7pPr>
            <a:lvl8pPr lvl="7" algn="l">
              <a:lnSpc>
                <a:spcPct val="100000"/>
              </a:lnSpc>
              <a:spcBef>
                <a:spcPts val="0"/>
              </a:spcBef>
              <a:spcAft>
                <a:spcPts val="0"/>
              </a:spcAft>
              <a:buSzPts val="500"/>
              <a:buFont typeface="Montserrat"/>
              <a:buNone/>
              <a:defRPr sz="1000" b="1">
                <a:latin typeface="Montserrat"/>
                <a:ea typeface="Montserrat"/>
                <a:cs typeface="Montserrat"/>
                <a:sym typeface="Montserrat"/>
              </a:defRPr>
            </a:lvl8pPr>
            <a:lvl9pPr lvl="8" algn="l">
              <a:lnSpc>
                <a:spcPct val="100000"/>
              </a:lnSpc>
              <a:spcBef>
                <a:spcPts val="0"/>
              </a:spcBef>
              <a:spcAft>
                <a:spcPts val="0"/>
              </a:spcAft>
              <a:buSzPts val="500"/>
              <a:buFont typeface="Montserrat"/>
              <a:buNone/>
              <a:defRPr sz="1000" b="1">
                <a:latin typeface="Montserrat"/>
                <a:ea typeface="Montserrat"/>
                <a:cs typeface="Montserrat"/>
                <a:sym typeface="Montserrat"/>
              </a:defRPr>
            </a:lvl9pPr>
          </a:lstStyle>
          <a:p>
            <a:endParaRPr/>
          </a:p>
        </p:txBody>
      </p:sp>
      <p:sp>
        <p:nvSpPr>
          <p:cNvPr id="103" name="Google Shape;103;p22"/>
          <p:cNvSpPr txBox="1">
            <a:spLocks noGrp="1"/>
          </p:cNvSpPr>
          <p:nvPr>
            <p:ph type="body" idx="2"/>
          </p:nvPr>
        </p:nvSpPr>
        <p:spPr>
          <a:xfrm>
            <a:off x="587225" y="1506375"/>
            <a:ext cx="7885200" cy="2941500"/>
          </a:xfrm>
          <a:prstGeom prst="rect">
            <a:avLst/>
          </a:prstGeom>
          <a:noFill/>
          <a:ln>
            <a:noFill/>
          </a:ln>
        </p:spPr>
        <p:txBody>
          <a:bodyPr spcFirstLastPara="1" wrap="square" lIns="0" tIns="0" rIns="0" bIns="0" anchor="t" anchorCtr="0">
            <a:noAutofit/>
          </a:bodyPr>
          <a:lstStyle>
            <a:lvl1pPr marL="457200" lvl="0"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1pPr>
            <a:lvl2pPr marL="914400" lvl="1"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2pPr>
            <a:lvl3pPr marL="1371600" lvl="2"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3pPr>
            <a:lvl4pPr marL="1828800" lvl="3"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4pPr>
            <a:lvl5pPr marL="2286000" lvl="4"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5pPr>
            <a:lvl6pPr marL="2743200" lvl="5"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6pPr>
            <a:lvl7pPr marL="3200400" lvl="6"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7pPr>
            <a:lvl8pPr marL="3657600" lvl="7"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8pPr>
            <a:lvl9pPr marL="4114800" lvl="8" indent="-260350" algn="l">
              <a:lnSpc>
                <a:spcPct val="100000"/>
              </a:lnSpc>
              <a:spcBef>
                <a:spcPts val="0"/>
              </a:spcBef>
              <a:spcAft>
                <a:spcPts val="0"/>
              </a:spcAft>
              <a:buClr>
                <a:srgbClr val="3C3C3A"/>
              </a:buClr>
              <a:buSzPts val="500"/>
              <a:buFont typeface="Montserrat Light"/>
              <a:buChar char="■"/>
              <a:defRPr sz="1000">
                <a:solidFill>
                  <a:srgbClr val="3C3C3A"/>
                </a:solidFill>
                <a:latin typeface="Montserrat Light"/>
                <a:ea typeface="Montserrat Light"/>
                <a:cs typeface="Montserrat Light"/>
                <a:sym typeface="Montserrat Light"/>
              </a:defRPr>
            </a:lvl9pPr>
          </a:lstStyle>
          <a:p>
            <a:endParaRPr/>
          </a:p>
        </p:txBody>
      </p:sp>
      <p:sp>
        <p:nvSpPr>
          <p:cNvPr id="104" name="Google Shape;104;p22"/>
          <p:cNvSpPr txBox="1">
            <a:spLocks noGrp="1"/>
          </p:cNvSpPr>
          <p:nvPr>
            <p:ph type="title"/>
          </p:nvPr>
        </p:nvSpPr>
        <p:spPr>
          <a:xfrm>
            <a:off x="587225" y="572700"/>
            <a:ext cx="5497500" cy="3039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1pPr>
            <a:lvl2pPr lvl="1"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2pPr>
            <a:lvl3pPr lvl="2"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3pPr>
            <a:lvl4pPr lvl="3"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4pPr>
            <a:lvl5pPr lvl="4"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5pPr>
            <a:lvl6pPr lvl="5"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6pPr>
            <a:lvl7pPr lvl="6"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7pPr>
            <a:lvl8pPr lvl="7"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8pPr>
            <a:lvl9pPr lvl="8" algn="l">
              <a:lnSpc>
                <a:spcPct val="90000"/>
              </a:lnSpc>
              <a:spcBef>
                <a:spcPts val="0"/>
              </a:spcBef>
              <a:spcAft>
                <a:spcPts val="0"/>
              </a:spcAft>
              <a:buClr>
                <a:srgbClr val="3C3C3A"/>
              </a:buClr>
              <a:buSzPts val="900"/>
              <a:buFont typeface="Montserrat Light"/>
              <a:buNone/>
              <a:defRPr sz="1800">
                <a:solidFill>
                  <a:srgbClr val="3C3C3A"/>
                </a:solidFill>
                <a:latin typeface="Montserrat Light"/>
                <a:ea typeface="Montserrat Light"/>
                <a:cs typeface="Montserrat Light"/>
                <a:sym typeface="Montserrat Light"/>
              </a:defRPr>
            </a:lvl9pPr>
          </a:lstStyle>
          <a:p>
            <a:endParaRPr/>
          </a:p>
        </p:txBody>
      </p:sp>
      <p:pic>
        <p:nvPicPr>
          <p:cNvPr id="105" name="Google Shape;105;p22"/>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1" type="blank">
  <p:cSld name="BLANK">
    <p:spTree>
      <p:nvGrpSpPr>
        <p:cNvPr id="1" name="Shape 112"/>
        <p:cNvGrpSpPr/>
        <p:nvPr/>
      </p:nvGrpSpPr>
      <p:grpSpPr>
        <a:xfrm>
          <a:off x="0" y="0"/>
          <a:ext cx="0" cy="0"/>
          <a:chOff x="0" y="0"/>
          <a:chExt cx="0" cy="0"/>
        </a:xfrm>
      </p:grpSpPr>
      <p:sp>
        <p:nvSpPr>
          <p:cNvPr id="113" name="Google Shape;113;p24"/>
          <p:cNvSpPr txBox="1">
            <a:spLocks noGrp="1"/>
          </p:cNvSpPr>
          <p:nvPr>
            <p:ph type="sldNum" idx="12"/>
          </p:nvPr>
        </p:nvSpPr>
        <p:spPr>
          <a:xfrm>
            <a:off x="8472458" y="4663217"/>
            <a:ext cx="548775" cy="393525"/>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‹N°›</a:t>
            </a:fld>
            <a:endParaRPr/>
          </a:p>
        </p:txBody>
      </p:sp>
      <p:pic>
        <p:nvPicPr>
          <p:cNvPr id="114" name="Google Shape;114;p24"/>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Header only">
  <p:cSld name="Header only">
    <p:spTree>
      <p:nvGrpSpPr>
        <p:cNvPr id="1" name="Shape 115"/>
        <p:cNvGrpSpPr/>
        <p:nvPr/>
      </p:nvGrpSpPr>
      <p:grpSpPr>
        <a:xfrm>
          <a:off x="0" y="0"/>
          <a:ext cx="0" cy="0"/>
          <a:chOff x="0" y="0"/>
          <a:chExt cx="0" cy="0"/>
        </a:xfrm>
      </p:grpSpPr>
      <p:sp>
        <p:nvSpPr>
          <p:cNvPr id="116" name="Google Shape;116;p25"/>
          <p:cNvSpPr txBox="1">
            <a:spLocks noGrp="1"/>
          </p:cNvSpPr>
          <p:nvPr>
            <p:ph type="title"/>
          </p:nvPr>
        </p:nvSpPr>
        <p:spPr>
          <a:xfrm>
            <a:off x="540000" y="360000"/>
            <a:ext cx="8064000" cy="540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500"/>
              <a:buFont typeface="Montserrat Medium"/>
              <a:buNone/>
              <a:defRPr sz="2000" b="0">
                <a:latin typeface="Montserrat Medium"/>
                <a:ea typeface="Montserrat Medium"/>
                <a:cs typeface="Montserrat Medium"/>
                <a:sym typeface="Montserrat Medium"/>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pic>
        <p:nvPicPr>
          <p:cNvPr id="117" name="Google Shape;117;p25"/>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 Empty">
  <p:cSld name="1) Empty">
    <p:spTree>
      <p:nvGrpSpPr>
        <p:cNvPr id="1" name="Shape 118"/>
        <p:cNvGrpSpPr/>
        <p:nvPr/>
      </p:nvGrpSpPr>
      <p:grpSpPr>
        <a:xfrm>
          <a:off x="0" y="0"/>
          <a:ext cx="0" cy="0"/>
          <a:chOff x="0" y="0"/>
          <a:chExt cx="0" cy="0"/>
        </a:xfrm>
      </p:grpSpPr>
      <p:sp>
        <p:nvSpPr>
          <p:cNvPr id="119" name="Google Shape;119;p26"/>
          <p:cNvSpPr txBox="1">
            <a:spLocks noGrp="1"/>
          </p:cNvSpPr>
          <p:nvPr>
            <p:ph type="title"/>
          </p:nvPr>
        </p:nvSpPr>
        <p:spPr>
          <a:xfrm>
            <a:off x="674700" y="579450"/>
            <a:ext cx="5826000" cy="444600"/>
          </a:xfrm>
          <a:prstGeom prst="rect">
            <a:avLst/>
          </a:prstGeom>
          <a:noFill/>
          <a:ln>
            <a:noFill/>
          </a:ln>
        </p:spPr>
        <p:txBody>
          <a:bodyPr spcFirstLastPara="1" wrap="square" lIns="68600" tIns="68600" rIns="68600" bIns="68600" anchor="t" anchorCtr="0">
            <a:noAutofit/>
          </a:bodyPr>
          <a:lstStyle>
            <a:lvl1pPr lvl="0" algn="l">
              <a:lnSpc>
                <a:spcPct val="100000"/>
              </a:lnSpc>
              <a:spcBef>
                <a:spcPts val="0"/>
              </a:spcBef>
              <a:spcAft>
                <a:spcPts val="0"/>
              </a:spcAft>
              <a:buSzPts val="1100"/>
              <a:buNone/>
              <a:defRPr>
                <a:latin typeface="Montserrat"/>
                <a:ea typeface="Montserrat"/>
                <a:cs typeface="Montserrat"/>
                <a:sym typeface="Montserrat"/>
              </a:defRPr>
            </a:lvl1pPr>
            <a:lvl2pPr lvl="1" algn="l">
              <a:lnSpc>
                <a:spcPct val="100000"/>
              </a:lnSpc>
              <a:spcBef>
                <a:spcPts val="0"/>
              </a:spcBef>
              <a:spcAft>
                <a:spcPts val="0"/>
              </a:spcAft>
              <a:buSzPts val="1100"/>
              <a:buNone/>
              <a:defRPr>
                <a:latin typeface="Montserrat"/>
                <a:ea typeface="Montserrat"/>
                <a:cs typeface="Montserrat"/>
                <a:sym typeface="Montserrat"/>
              </a:defRPr>
            </a:lvl2pPr>
            <a:lvl3pPr lvl="2" algn="l">
              <a:lnSpc>
                <a:spcPct val="100000"/>
              </a:lnSpc>
              <a:spcBef>
                <a:spcPts val="0"/>
              </a:spcBef>
              <a:spcAft>
                <a:spcPts val="0"/>
              </a:spcAft>
              <a:buSzPts val="1100"/>
              <a:buNone/>
              <a:defRPr>
                <a:latin typeface="Montserrat"/>
                <a:ea typeface="Montserrat"/>
                <a:cs typeface="Montserrat"/>
                <a:sym typeface="Montserrat"/>
              </a:defRPr>
            </a:lvl3pPr>
            <a:lvl4pPr lvl="3" algn="l">
              <a:lnSpc>
                <a:spcPct val="100000"/>
              </a:lnSpc>
              <a:spcBef>
                <a:spcPts val="0"/>
              </a:spcBef>
              <a:spcAft>
                <a:spcPts val="0"/>
              </a:spcAft>
              <a:buSzPts val="1100"/>
              <a:buNone/>
              <a:defRPr>
                <a:latin typeface="Montserrat"/>
                <a:ea typeface="Montserrat"/>
                <a:cs typeface="Montserrat"/>
                <a:sym typeface="Montserrat"/>
              </a:defRPr>
            </a:lvl4pPr>
            <a:lvl5pPr lvl="4" algn="l">
              <a:lnSpc>
                <a:spcPct val="100000"/>
              </a:lnSpc>
              <a:spcBef>
                <a:spcPts val="0"/>
              </a:spcBef>
              <a:spcAft>
                <a:spcPts val="0"/>
              </a:spcAft>
              <a:buSzPts val="1100"/>
              <a:buNone/>
              <a:defRPr>
                <a:latin typeface="Montserrat"/>
                <a:ea typeface="Montserrat"/>
                <a:cs typeface="Montserrat"/>
                <a:sym typeface="Montserrat"/>
              </a:defRPr>
            </a:lvl5pPr>
            <a:lvl6pPr lvl="5" algn="l">
              <a:lnSpc>
                <a:spcPct val="100000"/>
              </a:lnSpc>
              <a:spcBef>
                <a:spcPts val="0"/>
              </a:spcBef>
              <a:spcAft>
                <a:spcPts val="0"/>
              </a:spcAft>
              <a:buSzPts val="1100"/>
              <a:buNone/>
              <a:defRPr>
                <a:latin typeface="Montserrat"/>
                <a:ea typeface="Montserrat"/>
                <a:cs typeface="Montserrat"/>
                <a:sym typeface="Montserrat"/>
              </a:defRPr>
            </a:lvl6pPr>
            <a:lvl7pPr lvl="6" algn="l">
              <a:lnSpc>
                <a:spcPct val="100000"/>
              </a:lnSpc>
              <a:spcBef>
                <a:spcPts val="0"/>
              </a:spcBef>
              <a:spcAft>
                <a:spcPts val="0"/>
              </a:spcAft>
              <a:buSzPts val="1100"/>
              <a:buNone/>
              <a:defRPr>
                <a:latin typeface="Montserrat"/>
                <a:ea typeface="Montserrat"/>
                <a:cs typeface="Montserrat"/>
                <a:sym typeface="Montserrat"/>
              </a:defRPr>
            </a:lvl7pPr>
            <a:lvl8pPr lvl="7" algn="l">
              <a:lnSpc>
                <a:spcPct val="100000"/>
              </a:lnSpc>
              <a:spcBef>
                <a:spcPts val="0"/>
              </a:spcBef>
              <a:spcAft>
                <a:spcPts val="0"/>
              </a:spcAft>
              <a:buSzPts val="1100"/>
              <a:buNone/>
              <a:defRPr>
                <a:latin typeface="Montserrat"/>
                <a:ea typeface="Montserrat"/>
                <a:cs typeface="Montserrat"/>
                <a:sym typeface="Montserrat"/>
              </a:defRPr>
            </a:lvl8pPr>
            <a:lvl9pPr lvl="8" algn="l">
              <a:lnSpc>
                <a:spcPct val="100000"/>
              </a:lnSpc>
              <a:spcBef>
                <a:spcPts val="0"/>
              </a:spcBef>
              <a:spcAft>
                <a:spcPts val="0"/>
              </a:spcAft>
              <a:buSzPts val="1100"/>
              <a:buNone/>
              <a:defRPr>
                <a:latin typeface="Montserrat"/>
                <a:ea typeface="Montserrat"/>
                <a:cs typeface="Montserrat"/>
                <a:sym typeface="Montserrat"/>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6_Blank White template">
  <p:cSld name="16_Blank White template">
    <p:spTree>
      <p:nvGrpSpPr>
        <p:cNvPr id="1" name="Shape 120"/>
        <p:cNvGrpSpPr/>
        <p:nvPr/>
      </p:nvGrpSpPr>
      <p:grpSpPr>
        <a:xfrm>
          <a:off x="0" y="0"/>
          <a:ext cx="0" cy="0"/>
          <a:chOff x="0" y="0"/>
          <a:chExt cx="0" cy="0"/>
        </a:xfrm>
      </p:grpSpPr>
      <p:sp>
        <p:nvSpPr>
          <p:cNvPr id="121" name="Google Shape;121;p27"/>
          <p:cNvSpPr txBox="1">
            <a:spLocks noGrp="1"/>
          </p:cNvSpPr>
          <p:nvPr>
            <p:ph type="sldNum" idx="12"/>
          </p:nvPr>
        </p:nvSpPr>
        <p:spPr>
          <a:xfrm>
            <a:off x="6695471" y="4718888"/>
            <a:ext cx="2057400" cy="273825"/>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‹N°›</a:t>
            </a:fld>
            <a:endParaRPr/>
          </a:p>
        </p:txBody>
      </p:sp>
      <p:sp>
        <p:nvSpPr>
          <p:cNvPr id="122" name="Google Shape;122;p27"/>
          <p:cNvSpPr txBox="1">
            <a:spLocks noGrp="1"/>
          </p:cNvSpPr>
          <p:nvPr>
            <p:ph type="title"/>
          </p:nvPr>
        </p:nvSpPr>
        <p:spPr>
          <a:xfrm>
            <a:off x="391130" y="330362"/>
            <a:ext cx="8361675" cy="290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3" name="Google Shape;123;p27"/>
          <p:cNvSpPr txBox="1">
            <a:spLocks noGrp="1"/>
          </p:cNvSpPr>
          <p:nvPr>
            <p:ph type="body" idx="1"/>
          </p:nvPr>
        </p:nvSpPr>
        <p:spPr>
          <a:xfrm>
            <a:off x="391129" y="939998"/>
            <a:ext cx="8361675" cy="18697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100"/>
              <a:buNone/>
              <a:defRPr/>
            </a:lvl1pPr>
            <a:lvl2pPr marL="914400" lvl="1" indent="-228600" algn="l">
              <a:lnSpc>
                <a:spcPct val="100000"/>
              </a:lnSpc>
              <a:spcBef>
                <a:spcPts val="0"/>
              </a:spcBef>
              <a:spcAft>
                <a:spcPts val="0"/>
              </a:spcAft>
              <a:buSzPts val="1100"/>
              <a:buNone/>
              <a:defRPr/>
            </a:lvl2pPr>
            <a:lvl3pPr marL="1371600" lvl="2" indent="-228600" algn="l">
              <a:lnSpc>
                <a:spcPct val="100000"/>
              </a:lnSpc>
              <a:spcBef>
                <a:spcPts val="0"/>
              </a:spcBef>
              <a:spcAft>
                <a:spcPts val="0"/>
              </a:spcAft>
              <a:buSzPts val="1100"/>
              <a:buNone/>
              <a:defRPr/>
            </a:lvl3pPr>
            <a:lvl4pPr marL="1828800" lvl="3" indent="-228600" algn="l">
              <a:lnSpc>
                <a:spcPct val="100000"/>
              </a:lnSpc>
              <a:spcBef>
                <a:spcPts val="0"/>
              </a:spcBef>
              <a:spcAft>
                <a:spcPts val="0"/>
              </a:spcAft>
              <a:buSzPts val="1100"/>
              <a:buNone/>
              <a:defRPr/>
            </a:lvl4pPr>
            <a:lvl5pPr marL="2286000" lvl="4" indent="-228600" algn="l">
              <a:lnSpc>
                <a:spcPct val="100000"/>
              </a:lnSpc>
              <a:spcBef>
                <a:spcPts val="0"/>
              </a:spcBef>
              <a:spcAft>
                <a:spcPts val="0"/>
              </a:spcAft>
              <a:buSzPts val="1100"/>
              <a:buNone/>
              <a:defRPr/>
            </a:lvl5pPr>
            <a:lvl6pPr marL="2743200" lvl="5" indent="-298450" algn="l">
              <a:lnSpc>
                <a:spcPct val="100000"/>
              </a:lnSpc>
              <a:spcBef>
                <a:spcPts val="0"/>
              </a:spcBef>
              <a:spcAft>
                <a:spcPts val="0"/>
              </a:spcAft>
              <a:buSzPts val="1100"/>
              <a:buChar char="■"/>
              <a:defRPr/>
            </a:lvl6pPr>
            <a:lvl7pPr marL="3200400" lvl="6" indent="-298450" algn="l">
              <a:lnSpc>
                <a:spcPct val="100000"/>
              </a:lnSpc>
              <a:spcBef>
                <a:spcPts val="0"/>
              </a:spcBef>
              <a:spcAft>
                <a:spcPts val="0"/>
              </a:spcAft>
              <a:buSzPts val="1100"/>
              <a:buChar char="●"/>
              <a:defRPr/>
            </a:lvl7pPr>
            <a:lvl8pPr marL="3657600" lvl="7" indent="-298450" algn="l">
              <a:lnSpc>
                <a:spcPct val="100000"/>
              </a:lnSpc>
              <a:spcBef>
                <a:spcPts val="0"/>
              </a:spcBef>
              <a:spcAft>
                <a:spcPts val="0"/>
              </a:spcAft>
              <a:buSzPts val="1100"/>
              <a:buChar char="○"/>
              <a:defRPr/>
            </a:lvl8pPr>
            <a:lvl9pPr marL="4114800" lvl="8" indent="-298450" algn="l">
              <a:lnSpc>
                <a:spcPct val="100000"/>
              </a:lnSpc>
              <a:spcBef>
                <a:spcPts val="0"/>
              </a:spcBef>
              <a:spcAft>
                <a:spcPts val="0"/>
              </a:spcAft>
              <a:buSzPts val="1100"/>
              <a:buChar char="■"/>
              <a:defRPr/>
            </a:lvl9pPr>
          </a:lstStyle>
          <a:p>
            <a:endParaRPr/>
          </a:p>
        </p:txBody>
      </p:sp>
      <p:pic>
        <p:nvPicPr>
          <p:cNvPr id="124" name="Google Shape;124;p27"/>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05996" y="4776975"/>
            <a:ext cx="229582" cy="2298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25"/>
        <p:cNvGrpSpPr/>
        <p:nvPr/>
      </p:nvGrpSpPr>
      <p:grpSpPr>
        <a:xfrm>
          <a:off x="0" y="0"/>
          <a:ext cx="0" cy="0"/>
          <a:chOff x="0" y="0"/>
          <a:chExt cx="0" cy="0"/>
        </a:xfrm>
      </p:grpSpPr>
      <p:sp>
        <p:nvSpPr>
          <p:cNvPr id="126" name="Google Shape;126;p28"/>
          <p:cNvSpPr txBox="1">
            <a:spLocks noGrp="1"/>
          </p:cNvSpPr>
          <p:nvPr>
            <p:ph type="ftr" idx="11"/>
          </p:nvPr>
        </p:nvSpPr>
        <p:spPr>
          <a:xfrm>
            <a:off x="0" y="0"/>
            <a:ext cx="2250000" cy="22500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27" name="Google Shape;127;p28"/>
          <p:cNvSpPr txBox="1">
            <a:spLocks noGrp="1"/>
          </p:cNvSpPr>
          <p:nvPr>
            <p:ph type="dt" idx="10"/>
          </p:nvPr>
        </p:nvSpPr>
        <p:spPr>
          <a:xfrm>
            <a:off x="0" y="0"/>
            <a:ext cx="2250000" cy="2250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pic>
        <p:nvPicPr>
          <p:cNvPr id="128" name="Google Shape;128;p28"/>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30300" y="4781927"/>
            <a:ext cx="352096" cy="328992"/>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129"/>
        <p:cNvGrpSpPr/>
        <p:nvPr/>
      </p:nvGrpSpPr>
      <p:grpSpPr>
        <a:xfrm>
          <a:off x="0" y="0"/>
          <a:ext cx="0" cy="0"/>
          <a:chOff x="0" y="0"/>
          <a:chExt cx="0" cy="0"/>
        </a:xfrm>
      </p:grpSpPr>
      <p:sp>
        <p:nvSpPr>
          <p:cNvPr id="130" name="Google Shape;130;p29"/>
          <p:cNvSpPr txBox="1">
            <a:spLocks noGrp="1"/>
          </p:cNvSpPr>
          <p:nvPr>
            <p:ph type="title"/>
          </p:nvPr>
        </p:nvSpPr>
        <p:spPr>
          <a:xfrm>
            <a:off x="674700" y="579450"/>
            <a:ext cx="5826000" cy="4446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100"/>
              <a:buNone/>
              <a:defRPr sz="1800" b="0" i="0">
                <a:solidFill>
                  <a:srgbClr val="3B3B39"/>
                </a:solidFill>
                <a:latin typeface="Verdana"/>
                <a:ea typeface="Verdana"/>
                <a:cs typeface="Verdana"/>
                <a:sym typeface="Verdan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1" name="Google Shape;131;p29"/>
          <p:cNvSpPr txBox="1">
            <a:spLocks noGrp="1"/>
          </p:cNvSpPr>
          <p:nvPr>
            <p:ph type="body" idx="1"/>
          </p:nvPr>
        </p:nvSpPr>
        <p:spPr>
          <a:xfrm>
            <a:off x="706450" y="1262075"/>
            <a:ext cx="4556100" cy="2008500"/>
          </a:xfrm>
          <a:prstGeom prst="rect">
            <a:avLst/>
          </a:prstGeom>
          <a:noFill/>
          <a:ln>
            <a:noFill/>
          </a:ln>
        </p:spPr>
        <p:txBody>
          <a:bodyPr spcFirstLastPara="1" wrap="square" lIns="0" tIns="0" rIns="0" bIns="0" anchor="t" anchorCtr="0">
            <a:noAutofit/>
          </a:bodyPr>
          <a:lstStyle>
            <a:lvl1pPr marL="457200" lvl="0" indent="-298450" algn="l">
              <a:lnSpc>
                <a:spcPct val="100000"/>
              </a:lnSpc>
              <a:spcBef>
                <a:spcPts val="0"/>
              </a:spcBef>
              <a:spcAft>
                <a:spcPts val="0"/>
              </a:spcAft>
              <a:buSzPts val="1100"/>
              <a:buChar char="●"/>
              <a:defRPr sz="900" b="0" i="0">
                <a:solidFill>
                  <a:srgbClr val="55545A"/>
                </a:solidFill>
                <a:latin typeface="Verdana"/>
                <a:ea typeface="Verdana"/>
                <a:cs typeface="Verdana"/>
                <a:sym typeface="Verdana"/>
              </a:defRPr>
            </a:lvl1pPr>
            <a:lvl2pPr marL="914400" lvl="1" indent="-298450" algn="l">
              <a:lnSpc>
                <a:spcPct val="100000"/>
              </a:lnSpc>
              <a:spcBef>
                <a:spcPts val="0"/>
              </a:spcBef>
              <a:spcAft>
                <a:spcPts val="0"/>
              </a:spcAft>
              <a:buSzPts val="1100"/>
              <a:buChar char="○"/>
              <a:defRPr/>
            </a:lvl2pPr>
            <a:lvl3pPr marL="1371600" lvl="2" indent="-298450" algn="l">
              <a:lnSpc>
                <a:spcPct val="100000"/>
              </a:lnSpc>
              <a:spcBef>
                <a:spcPts val="0"/>
              </a:spcBef>
              <a:spcAft>
                <a:spcPts val="0"/>
              </a:spcAft>
              <a:buSzPts val="1100"/>
              <a:buChar char="■"/>
              <a:defRPr/>
            </a:lvl3pPr>
            <a:lvl4pPr marL="1828800" lvl="3" indent="-298450" algn="l">
              <a:lnSpc>
                <a:spcPct val="100000"/>
              </a:lnSpc>
              <a:spcBef>
                <a:spcPts val="0"/>
              </a:spcBef>
              <a:spcAft>
                <a:spcPts val="0"/>
              </a:spcAft>
              <a:buSzPts val="1100"/>
              <a:buChar char="●"/>
              <a:defRPr/>
            </a:lvl4pPr>
            <a:lvl5pPr marL="2286000" lvl="4" indent="-298450" algn="l">
              <a:lnSpc>
                <a:spcPct val="100000"/>
              </a:lnSpc>
              <a:spcBef>
                <a:spcPts val="0"/>
              </a:spcBef>
              <a:spcAft>
                <a:spcPts val="0"/>
              </a:spcAft>
              <a:buSzPts val="1100"/>
              <a:buChar char="○"/>
              <a:defRPr/>
            </a:lvl5pPr>
            <a:lvl6pPr marL="2743200" lvl="5" indent="-298450" algn="l">
              <a:lnSpc>
                <a:spcPct val="100000"/>
              </a:lnSpc>
              <a:spcBef>
                <a:spcPts val="0"/>
              </a:spcBef>
              <a:spcAft>
                <a:spcPts val="0"/>
              </a:spcAft>
              <a:buSzPts val="1100"/>
              <a:buChar char="■"/>
              <a:defRPr/>
            </a:lvl6pPr>
            <a:lvl7pPr marL="3200400" lvl="6" indent="-298450" algn="l">
              <a:lnSpc>
                <a:spcPct val="100000"/>
              </a:lnSpc>
              <a:spcBef>
                <a:spcPts val="0"/>
              </a:spcBef>
              <a:spcAft>
                <a:spcPts val="0"/>
              </a:spcAft>
              <a:buSzPts val="1100"/>
              <a:buChar char="●"/>
              <a:defRPr/>
            </a:lvl7pPr>
            <a:lvl8pPr marL="3657600" lvl="7" indent="-298450" algn="l">
              <a:lnSpc>
                <a:spcPct val="100000"/>
              </a:lnSpc>
              <a:spcBef>
                <a:spcPts val="0"/>
              </a:spcBef>
              <a:spcAft>
                <a:spcPts val="0"/>
              </a:spcAft>
              <a:buSzPts val="1100"/>
              <a:buChar char="○"/>
              <a:defRPr/>
            </a:lvl8pPr>
            <a:lvl9pPr marL="4114800" lvl="8" indent="-298450" algn="l">
              <a:lnSpc>
                <a:spcPct val="100000"/>
              </a:lnSpc>
              <a:spcBef>
                <a:spcPts val="0"/>
              </a:spcBef>
              <a:spcAft>
                <a:spcPts val="0"/>
              </a:spcAft>
              <a:buSzPts val="1100"/>
              <a:buChar char="■"/>
              <a:defRPr/>
            </a:lvl9pPr>
          </a:lstStyle>
          <a:p>
            <a:endParaRPr/>
          </a:p>
        </p:txBody>
      </p:sp>
      <p:sp>
        <p:nvSpPr>
          <p:cNvPr id="132" name="Google Shape;132;p29"/>
          <p:cNvSpPr txBox="1">
            <a:spLocks noGrp="1"/>
          </p:cNvSpPr>
          <p:nvPr>
            <p:ph type="ftr" idx="11"/>
          </p:nvPr>
        </p:nvSpPr>
        <p:spPr>
          <a:xfrm>
            <a:off x="0" y="0"/>
            <a:ext cx="2250000" cy="2250000"/>
          </a:xfrm>
          <a:prstGeom prst="rect">
            <a:avLst/>
          </a:prstGeom>
          <a:noFill/>
          <a:ln>
            <a:noFill/>
          </a:ln>
        </p:spPr>
        <p:txBody>
          <a:bodyPr spcFirstLastPara="1" wrap="square" lIns="0" tIns="0" rIns="0" bIns="0" anchor="t" anchorCtr="0">
            <a:noAutofit/>
          </a:bodyPr>
          <a:lstStyle>
            <a:lvl1pPr marR="0" lvl="0" algn="ctr"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33" name="Google Shape;133;p29"/>
          <p:cNvSpPr txBox="1">
            <a:spLocks noGrp="1"/>
          </p:cNvSpPr>
          <p:nvPr>
            <p:ph type="dt" idx="10"/>
          </p:nvPr>
        </p:nvSpPr>
        <p:spPr>
          <a:xfrm>
            <a:off x="0" y="0"/>
            <a:ext cx="2250000" cy="2250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rgbClr val="8F8F8F"/>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pic>
        <p:nvPicPr>
          <p:cNvPr id="134" name="Google Shape;134;p29"/>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30300" y="4781927"/>
            <a:ext cx="352096" cy="328992"/>
          </a:xfrm>
          <a:prstGeom prst="rect">
            <a:avLst/>
          </a:prstGeom>
          <a:noFill/>
          <a:ln>
            <a:noFill/>
          </a:ln>
        </p:spPr>
      </p:pic>
      <p:sp>
        <p:nvSpPr>
          <p:cNvPr id="135" name="Google Shape;135;p29"/>
          <p:cNvSpPr txBox="1"/>
          <p:nvPr/>
        </p:nvSpPr>
        <p:spPr>
          <a:xfrm>
            <a:off x="4984500" y="4923200"/>
            <a:ext cx="4038600" cy="194900"/>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chemeClr val="dk1"/>
              </a:buClr>
              <a:buSzPts val="800"/>
              <a:buFont typeface="Montserrat"/>
              <a:buNone/>
            </a:pPr>
            <a:fld id="{00000000-1234-1234-1234-123412341234}" type="slidenum">
              <a:rPr lang="en-GB" sz="800" b="0" i="0" u="none" strike="noStrike" cap="none">
                <a:solidFill>
                  <a:schemeClr val="dk1"/>
                </a:solidFill>
                <a:latin typeface="Montserrat"/>
                <a:ea typeface="Montserrat"/>
                <a:cs typeface="Montserrat"/>
                <a:sym typeface="Montserrat"/>
              </a:rPr>
              <a:t>‹N°›</a:t>
            </a:fld>
            <a:endParaRPr sz="800" b="0" i="0" u="none" strike="noStrike" cap="none">
              <a:solidFill>
                <a:schemeClr val="dk1"/>
              </a:solidFill>
              <a:latin typeface="Montserrat"/>
              <a:ea typeface="Montserrat"/>
              <a:cs typeface="Montserrat"/>
              <a:sym typeface="Montserrat"/>
            </a:endParaRPr>
          </a:p>
        </p:txBody>
      </p:sp>
    </p:spTree>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0) Divider - Title left double pink dots">
  <p:cSld name="10) Divider - Title left double pink dots">
    <p:spTree>
      <p:nvGrpSpPr>
        <p:cNvPr id="1" name="Shape 136"/>
        <p:cNvGrpSpPr/>
        <p:nvPr/>
      </p:nvGrpSpPr>
      <p:grpSpPr>
        <a:xfrm>
          <a:off x="0" y="0"/>
          <a:ext cx="0" cy="0"/>
          <a:chOff x="0" y="0"/>
          <a:chExt cx="0" cy="0"/>
        </a:xfrm>
      </p:grpSpPr>
      <p:sp>
        <p:nvSpPr>
          <p:cNvPr id="137" name="Google Shape;137;p30"/>
          <p:cNvSpPr txBox="1">
            <a:spLocks noGrp="1"/>
          </p:cNvSpPr>
          <p:nvPr>
            <p:ph type="body" idx="1"/>
          </p:nvPr>
        </p:nvSpPr>
        <p:spPr>
          <a:xfrm>
            <a:off x="5795700" y="1362925"/>
            <a:ext cx="2761200" cy="2138400"/>
          </a:xfrm>
          <a:prstGeom prst="rect">
            <a:avLst/>
          </a:prstGeom>
          <a:noFill/>
          <a:ln>
            <a:noFill/>
          </a:ln>
        </p:spPr>
        <p:txBody>
          <a:bodyPr spcFirstLastPara="1" wrap="square" lIns="0" tIns="0" rIns="0" bIns="0" anchor="t" anchorCtr="0">
            <a:noAutofit/>
          </a:bodyPr>
          <a:lstStyle>
            <a:lvl1pPr marL="457200" lvl="0"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1pPr>
            <a:lvl2pPr marL="914400" lvl="1"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2pPr>
            <a:lvl3pPr marL="1371600" lvl="2"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3pPr>
            <a:lvl4pPr marL="1828800" lvl="3"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4pPr>
            <a:lvl5pPr marL="2286000" lvl="4"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5pPr>
            <a:lvl6pPr marL="2743200" lvl="5"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6pPr>
            <a:lvl7pPr marL="3200400" lvl="6"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7pPr>
            <a:lvl8pPr marL="3657600" lvl="7"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8pPr>
            <a:lvl9pPr marL="4114800" lvl="8" indent="-266700" algn="l">
              <a:lnSpc>
                <a:spcPct val="100000"/>
              </a:lnSpc>
              <a:spcBef>
                <a:spcPts val="0"/>
              </a:spcBef>
              <a:spcAft>
                <a:spcPts val="0"/>
              </a:spcAft>
              <a:buClr>
                <a:srgbClr val="3C3C3A"/>
              </a:buClr>
              <a:buSzPts val="600"/>
              <a:buFont typeface="Montserrat Medium"/>
              <a:buChar char="■"/>
              <a:defRPr sz="1200">
                <a:solidFill>
                  <a:srgbClr val="3C3C3A"/>
                </a:solidFill>
                <a:latin typeface="Montserrat Medium"/>
                <a:ea typeface="Montserrat Medium"/>
                <a:cs typeface="Montserrat Medium"/>
                <a:sym typeface="Montserrat Medium"/>
              </a:defRPr>
            </a:lvl9pPr>
          </a:lstStyle>
          <a:p>
            <a:endParaRPr/>
          </a:p>
        </p:txBody>
      </p:sp>
      <p:sp>
        <p:nvSpPr>
          <p:cNvPr id="138" name="Google Shape;138;p30"/>
          <p:cNvSpPr txBox="1">
            <a:spLocks noGrp="1"/>
          </p:cNvSpPr>
          <p:nvPr>
            <p:ph type="title"/>
          </p:nvPr>
        </p:nvSpPr>
        <p:spPr>
          <a:xfrm>
            <a:off x="1080003" y="1800450"/>
            <a:ext cx="3387600" cy="15426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rgbClr val="3C3C3A"/>
              </a:buClr>
              <a:buSzPts val="2200"/>
              <a:buFont typeface="Montserrat Light"/>
              <a:buNone/>
              <a:defRPr sz="4200">
                <a:solidFill>
                  <a:srgbClr val="3C3C3A"/>
                </a:solidFill>
                <a:latin typeface="Montserrat Light"/>
                <a:ea typeface="Montserrat Light"/>
                <a:cs typeface="Montserrat Light"/>
                <a:sym typeface="Montserrat Light"/>
              </a:defRPr>
            </a:lvl1pPr>
            <a:lvl2pPr lvl="1"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2pPr>
            <a:lvl3pPr lvl="2"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3pPr>
            <a:lvl4pPr lvl="3"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4pPr>
            <a:lvl5pPr lvl="4"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5pPr>
            <a:lvl6pPr lvl="5"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6pPr>
            <a:lvl7pPr lvl="6"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7pPr>
            <a:lvl8pPr lvl="7"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8pPr>
            <a:lvl9pPr lvl="8" algn="l">
              <a:lnSpc>
                <a:spcPct val="100000"/>
              </a:lnSpc>
              <a:spcBef>
                <a:spcPts val="0"/>
              </a:spcBef>
              <a:spcAft>
                <a:spcPts val="0"/>
              </a:spcAft>
              <a:buSzPts val="800"/>
              <a:buFont typeface="Montserrat Medium"/>
              <a:buNone/>
              <a:defRPr>
                <a:latin typeface="Montserrat Medium"/>
                <a:ea typeface="Montserrat Medium"/>
                <a:cs typeface="Montserrat Medium"/>
                <a:sym typeface="Montserrat Medium"/>
              </a:defRPr>
            </a:lvl9pPr>
          </a:lstStyle>
          <a:p>
            <a:endParaRPr/>
          </a:p>
        </p:txBody>
      </p:sp>
      <p:pic>
        <p:nvPicPr>
          <p:cNvPr id="139" name="Google Shape;139;p3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3655500"/>
            <a:ext cx="591600" cy="1488000"/>
          </a:xfrm>
          <a:prstGeom prst="rect">
            <a:avLst/>
          </a:prstGeom>
          <a:noFill/>
          <a:ln>
            <a:noFill/>
          </a:ln>
        </p:spPr>
      </p:pic>
      <p:pic>
        <p:nvPicPr>
          <p:cNvPr id="140" name="Google Shape;140;p3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30300" y="4781927"/>
            <a:ext cx="352096" cy="328992"/>
          </a:xfrm>
          <a:prstGeom prst="rect">
            <a:avLst/>
          </a:prstGeom>
          <a:noFill/>
          <a:ln>
            <a:noFill/>
          </a:ln>
        </p:spPr>
      </p:pic>
      <p:sp>
        <p:nvSpPr>
          <p:cNvPr id="141" name="Google Shape;141;p30"/>
          <p:cNvSpPr txBox="1"/>
          <p:nvPr/>
        </p:nvSpPr>
        <p:spPr>
          <a:xfrm>
            <a:off x="4565400" y="4783500"/>
            <a:ext cx="4038600" cy="360000"/>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chemeClr val="dk1"/>
              </a:buClr>
              <a:buSzPts val="800"/>
              <a:buFont typeface="Montserrat Medium"/>
              <a:buNone/>
            </a:pPr>
            <a:fld id="{00000000-1234-1234-1234-123412341234}" type="slidenum">
              <a:rPr lang="en-GB" sz="800" b="0" i="0" u="none" strike="noStrike" cap="none">
                <a:solidFill>
                  <a:schemeClr val="dk1"/>
                </a:solidFill>
                <a:latin typeface="Montserrat Medium"/>
                <a:ea typeface="Montserrat Medium"/>
                <a:cs typeface="Montserrat Medium"/>
                <a:sym typeface="Montserrat Medium"/>
              </a:rPr>
              <a:t>‹N°›</a:t>
            </a:fld>
            <a:endParaRPr sz="800" b="0" i="0" u="none" strike="noStrike" cap="none">
              <a:solidFill>
                <a:schemeClr val="dk1"/>
              </a:solidFill>
              <a:latin typeface="Montserrat Medium"/>
              <a:ea typeface="Montserrat Medium"/>
              <a:cs typeface="Montserrat Medium"/>
              <a:sym typeface="Montserrat Medium"/>
            </a:endParaRPr>
          </a:p>
        </p:txBody>
      </p:sp>
    </p:spTree>
  </p:cSld>
  <p:clrMapOvr>
    <a:masterClrMapping/>
  </p:clrMapOvr>
  <p:extLst>
    <p:ext uri="{DCECCB84-F9BA-43D5-87BE-67443E8EF086}">
      <p15:sldGuideLst xmlns:p15="http://schemas.microsoft.com/office/powerpoint/2012/main">
        <p15:guide id="1" orient="horz" pos="1215">
          <p15:clr>
            <a:srgbClr val="FBAE40"/>
          </p15:clr>
        </p15:guide>
        <p15:guide id="2"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64) Thank you">
  <p:cSld name="64) Thank you">
    <p:spTree>
      <p:nvGrpSpPr>
        <p:cNvPr id="1" name="Shape 142"/>
        <p:cNvGrpSpPr/>
        <p:nvPr/>
      </p:nvGrpSpPr>
      <p:grpSpPr>
        <a:xfrm>
          <a:off x="0" y="0"/>
          <a:ext cx="0" cy="0"/>
          <a:chOff x="0" y="0"/>
          <a:chExt cx="0" cy="0"/>
        </a:xfrm>
      </p:grpSpPr>
      <p:pic>
        <p:nvPicPr>
          <p:cNvPr id="143" name="Google Shape;143;p31"/>
          <p:cNvPicPr preferRelativeResize="0"/>
          <p:nvPr/>
        </p:nvPicPr>
        <p:blipFill rotWithShape="1">
          <a:blip r:embed="rId2">
            <a:alphaModFix/>
          </a:blip>
          <a:srcRect/>
          <a:stretch/>
        </p:blipFill>
        <p:spPr>
          <a:xfrm>
            <a:off x="3" y="-25"/>
            <a:ext cx="8817430" cy="4959804"/>
          </a:xfrm>
          <a:prstGeom prst="rect">
            <a:avLst/>
          </a:prstGeom>
          <a:noFill/>
          <a:ln>
            <a:noFill/>
          </a:ln>
          <a:effectLst>
            <a:outerShdw blurRad="57150" dist="19050" dir="5400000" algn="bl" rotWithShape="0">
              <a:srgbClr val="000000">
                <a:alpha val="49019"/>
              </a:srgbClr>
            </a:outerShdw>
          </a:effectLst>
        </p:spPr>
      </p:pic>
      <p:pic>
        <p:nvPicPr>
          <p:cNvPr id="144" name="Google Shape;144;p3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87225" y="553501"/>
            <a:ext cx="1115848" cy="334125"/>
          </a:xfrm>
          <a:prstGeom prst="rect">
            <a:avLst/>
          </a:prstGeom>
          <a:noFill/>
          <a:ln>
            <a:noFill/>
          </a:ln>
        </p:spPr>
      </p:pic>
      <p:sp>
        <p:nvSpPr>
          <p:cNvPr id="145" name="Google Shape;145;p31"/>
          <p:cNvSpPr txBox="1"/>
          <p:nvPr/>
        </p:nvSpPr>
        <p:spPr>
          <a:xfrm>
            <a:off x="1080000" y="2073000"/>
            <a:ext cx="6983700" cy="997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000000"/>
              </a:buClr>
              <a:buSzPts val="5300"/>
              <a:buFont typeface="Arial"/>
              <a:buNone/>
            </a:pPr>
            <a:r>
              <a:rPr lang="en-GB" sz="7100" b="0" i="0" u="none" strike="noStrike" cap="none">
                <a:solidFill>
                  <a:srgbClr val="FFFFFF"/>
                </a:solidFill>
                <a:latin typeface="Montserrat Light"/>
                <a:ea typeface="Montserrat Light"/>
                <a:cs typeface="Montserrat Light"/>
                <a:sym typeface="Montserrat Light"/>
              </a:rPr>
              <a:t>Thank</a:t>
            </a:r>
            <a:r>
              <a:rPr lang="en-GB" sz="7100" b="1" i="0" u="none" strike="noStrike" cap="none">
                <a:solidFill>
                  <a:srgbClr val="FFFFFF"/>
                </a:solidFill>
                <a:latin typeface="Montserrat"/>
                <a:ea typeface="Montserrat"/>
                <a:cs typeface="Montserrat"/>
                <a:sym typeface="Montserrat"/>
              </a:rPr>
              <a:t> you.</a:t>
            </a:r>
            <a:endParaRPr sz="7100" b="1" i="0" u="none" strike="noStrike" cap="none">
              <a:solidFill>
                <a:srgbClr val="FFFFFF"/>
              </a:solidFill>
              <a:latin typeface="Montserrat"/>
              <a:ea typeface="Montserrat"/>
              <a:cs typeface="Montserrat"/>
              <a:sym typeface="Montserrat"/>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45) Content - Display other material 1">
  <p:cSld name="45) Content - Display other material 1">
    <p:spTree>
      <p:nvGrpSpPr>
        <p:cNvPr id="1" name="Shape 146"/>
        <p:cNvGrpSpPr/>
        <p:nvPr/>
      </p:nvGrpSpPr>
      <p:grpSpPr>
        <a:xfrm>
          <a:off x="0" y="0"/>
          <a:ext cx="0" cy="0"/>
          <a:chOff x="0" y="0"/>
          <a:chExt cx="0" cy="0"/>
        </a:xfrm>
      </p:grpSpPr>
      <p:pic>
        <p:nvPicPr>
          <p:cNvPr id="147" name="Google Shape;147;p32"/>
          <p:cNvPicPr preferRelativeResize="0"/>
          <p:nvPr/>
        </p:nvPicPr>
        <p:blipFill rotWithShape="1">
          <a:blip r:embed="rId2" cstate="screen">
            <a:alphaModFix/>
            <a:extLst>
              <a:ext uri="{28A0092B-C50C-407E-A947-70E740481C1C}">
                <a14:useLocalDpi xmlns:a14="http://schemas.microsoft.com/office/drawing/2010/main"/>
              </a:ext>
            </a:extLst>
          </a:blip>
          <a:srcRect t="17177" r="70151"/>
          <a:stretch/>
        </p:blipFill>
        <p:spPr>
          <a:xfrm rot="5400000" flipH="1">
            <a:off x="7276726" y="-905925"/>
            <a:ext cx="999449" cy="2773202"/>
          </a:xfrm>
          <a:prstGeom prst="rect">
            <a:avLst/>
          </a:prstGeom>
          <a:noFill/>
          <a:ln>
            <a:noFill/>
          </a:ln>
        </p:spPr>
      </p:pic>
      <p:sp>
        <p:nvSpPr>
          <p:cNvPr id="148" name="Google Shape;148;p32"/>
          <p:cNvSpPr txBox="1"/>
          <p:nvPr/>
        </p:nvSpPr>
        <p:spPr>
          <a:xfrm>
            <a:off x="8472458" y="4663217"/>
            <a:ext cx="548700" cy="393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95959"/>
              </a:buClr>
              <a:buSzPts val="1000"/>
              <a:buFont typeface="Montserrat"/>
              <a:buNone/>
            </a:pPr>
            <a:fld id="{00000000-1234-1234-1234-123412341234}" type="slidenum">
              <a:rPr lang="en-GB" sz="1000" b="1" i="0" u="none" strike="noStrike" cap="none">
                <a:solidFill>
                  <a:srgbClr val="595959"/>
                </a:solidFill>
                <a:latin typeface="Montserrat"/>
                <a:ea typeface="Montserrat"/>
                <a:cs typeface="Montserrat"/>
                <a:sym typeface="Montserrat"/>
              </a:rPr>
              <a:t>‹N°›</a:t>
            </a:fld>
            <a:endParaRPr sz="1000" b="1" i="0" u="none" strike="noStrike" cap="none">
              <a:solidFill>
                <a:srgbClr val="595959"/>
              </a:solidFill>
              <a:latin typeface="Montserrat"/>
              <a:ea typeface="Montserrat"/>
              <a:cs typeface="Montserrat"/>
              <a:sym typeface="Montserrat"/>
            </a:endParaRPr>
          </a:p>
        </p:txBody>
      </p:sp>
      <p:sp>
        <p:nvSpPr>
          <p:cNvPr id="149" name="Google Shape;149;p32"/>
          <p:cNvSpPr txBox="1">
            <a:spLocks noGrp="1"/>
          </p:cNvSpPr>
          <p:nvPr>
            <p:ph type="title"/>
          </p:nvPr>
        </p:nvSpPr>
        <p:spPr>
          <a:xfrm>
            <a:off x="587225" y="607050"/>
            <a:ext cx="4821600" cy="2775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1pPr>
            <a:lvl2pPr lvl="1"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2pPr>
            <a:lvl3pPr lvl="2"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3pPr>
            <a:lvl4pPr lvl="3"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4pPr>
            <a:lvl5pPr lvl="4"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5pPr>
            <a:lvl6pPr lvl="5"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6pPr>
            <a:lvl7pPr lvl="6"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7pPr>
            <a:lvl8pPr lvl="7"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8pPr>
            <a:lvl9pPr lvl="8" algn="l">
              <a:lnSpc>
                <a:spcPct val="90000"/>
              </a:lnSpc>
              <a:spcBef>
                <a:spcPts val="0"/>
              </a:spcBef>
              <a:spcAft>
                <a:spcPts val="0"/>
              </a:spcAft>
              <a:buClr>
                <a:srgbClr val="3C3C3A"/>
              </a:buClr>
              <a:buSzPts val="1400"/>
              <a:buFont typeface="Montserrat Light"/>
              <a:buNone/>
              <a:defRPr sz="1900">
                <a:solidFill>
                  <a:srgbClr val="3C3C3A"/>
                </a:solidFill>
                <a:latin typeface="Montserrat Light"/>
                <a:ea typeface="Montserrat Light"/>
                <a:cs typeface="Montserrat Light"/>
                <a:sym typeface="Montserrat Light"/>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4"/>
        <p:cNvGrpSpPr/>
        <p:nvPr/>
      </p:nvGrpSpPr>
      <p:grpSpPr>
        <a:xfrm>
          <a:off x="0" y="0"/>
          <a:ext cx="0" cy="0"/>
          <a:chOff x="0" y="0"/>
          <a:chExt cx="0" cy="0"/>
        </a:xfrm>
      </p:grpSpPr>
      <p:sp>
        <p:nvSpPr>
          <p:cNvPr id="165" name="Google Shape;165;p34"/>
          <p:cNvSpPr txBox="1">
            <a:spLocks noGrp="1"/>
          </p:cNvSpPr>
          <p:nvPr>
            <p:ph type="title"/>
          </p:nvPr>
        </p:nvSpPr>
        <p:spPr>
          <a:xfrm>
            <a:off x="457200" y="205740"/>
            <a:ext cx="8229600" cy="369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sz="2400" b="1">
                <a:solidFill>
                  <a:srgbClr val="9C6E0D"/>
                </a:solidFill>
                <a:latin typeface="Montserrat"/>
                <a:ea typeface="Montserrat"/>
                <a:cs typeface="Montserrat"/>
                <a:sym typeface="Montserra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6" name="Google Shape;166;p34"/>
          <p:cNvSpPr txBox="1">
            <a:spLocks noGrp="1"/>
          </p:cNvSpPr>
          <p:nvPr>
            <p:ph type="sldNum" idx="12"/>
          </p:nvPr>
        </p:nvSpPr>
        <p:spPr>
          <a:xfrm>
            <a:off x="6922240" y="4856789"/>
            <a:ext cx="2103000" cy="1269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888888"/>
              </a:buClr>
              <a:buSzPts val="700"/>
              <a:buFont typeface="Montserrat"/>
              <a:buNone/>
              <a:defRPr sz="7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GB"/>
              <a:t>‹N°›</a:t>
            </a:fld>
            <a:endParaRPr/>
          </a:p>
        </p:txBody>
      </p:sp>
      <p:sp>
        <p:nvSpPr>
          <p:cNvPr id="167" name="Google Shape;167;p34"/>
          <p:cNvSpPr txBox="1">
            <a:spLocks noGrp="1"/>
          </p:cNvSpPr>
          <p:nvPr>
            <p:ph type="dt" idx="10"/>
          </p:nvPr>
        </p:nvSpPr>
        <p:spPr>
          <a:xfrm>
            <a:off x="292261" y="4856789"/>
            <a:ext cx="2103000" cy="10767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888888"/>
              </a:buClr>
              <a:buSzPts val="1100"/>
              <a:buFont typeface="Montserrat"/>
              <a:buNone/>
              <a:defRPr sz="7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68"/>
        <p:cNvGrpSpPr/>
        <p:nvPr/>
      </p:nvGrpSpPr>
      <p:grpSpPr>
        <a:xfrm>
          <a:off x="0" y="0"/>
          <a:ext cx="0" cy="0"/>
          <a:chOff x="0" y="0"/>
          <a:chExt cx="0" cy="0"/>
        </a:xfrm>
      </p:grpSpPr>
      <p:sp>
        <p:nvSpPr>
          <p:cNvPr id="169" name="Google Shape;169;p35"/>
          <p:cNvSpPr txBox="1">
            <a:spLocks noGrp="1"/>
          </p:cNvSpPr>
          <p:nvPr>
            <p:ph type="title"/>
          </p:nvPr>
        </p:nvSpPr>
        <p:spPr>
          <a:xfrm>
            <a:off x="457200" y="205740"/>
            <a:ext cx="8229600" cy="369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sz="2400" b="1">
                <a:solidFill>
                  <a:srgbClr val="9C6E0D"/>
                </a:solidFill>
                <a:latin typeface="Montserrat"/>
                <a:ea typeface="Montserrat"/>
                <a:cs typeface="Montserrat"/>
                <a:sym typeface="Montserrat"/>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0" name="Google Shape;170;p35"/>
          <p:cNvSpPr txBox="1">
            <a:spLocks noGrp="1"/>
          </p:cNvSpPr>
          <p:nvPr>
            <p:ph type="sldNum" idx="12"/>
          </p:nvPr>
        </p:nvSpPr>
        <p:spPr>
          <a:xfrm>
            <a:off x="6922240" y="4856789"/>
            <a:ext cx="2103000" cy="126900"/>
          </a:xfrm>
          <a:prstGeom prst="rect">
            <a:avLst/>
          </a:prstGeom>
          <a:noFill/>
          <a:ln>
            <a:noFill/>
          </a:ln>
        </p:spPr>
        <p:txBody>
          <a:bodyPr spcFirstLastPara="1" wrap="square" lIns="0" tIns="0" rIns="0" bIns="0" anchor="t" anchorCtr="0">
            <a:noAutofit/>
          </a:bodyPr>
          <a:lstStyle>
            <a:lvl1pPr marL="0" marR="0" lvl="0"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GB"/>
              <a:t>‹N°›</a:t>
            </a:fld>
            <a:endParaRPr/>
          </a:p>
        </p:txBody>
      </p:sp>
      <p:sp>
        <p:nvSpPr>
          <p:cNvPr id="171" name="Google Shape;171;p35"/>
          <p:cNvSpPr txBox="1">
            <a:spLocks noGrp="1"/>
          </p:cNvSpPr>
          <p:nvPr>
            <p:ph type="dt" idx="10"/>
          </p:nvPr>
        </p:nvSpPr>
        <p:spPr>
          <a:xfrm>
            <a:off x="292261" y="4856789"/>
            <a:ext cx="2103000" cy="126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888888"/>
              </a:buClr>
              <a:buSzPts val="800"/>
              <a:buFont typeface="Montserrat"/>
              <a:buNone/>
              <a:defRPr sz="8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800"/>
              <a:buFont typeface="Arial"/>
              <a:buNone/>
              <a:defRPr sz="11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ampaign summary">
  <p:cSld name="Campaign summary">
    <p:spTree>
      <p:nvGrpSpPr>
        <p:cNvPr id="1" name="Shape 172"/>
        <p:cNvGrpSpPr/>
        <p:nvPr/>
      </p:nvGrpSpPr>
      <p:grpSpPr>
        <a:xfrm>
          <a:off x="0" y="0"/>
          <a:ext cx="0" cy="0"/>
          <a:chOff x="0" y="0"/>
          <a:chExt cx="0" cy="0"/>
        </a:xfrm>
      </p:grpSpPr>
      <p:sp>
        <p:nvSpPr>
          <p:cNvPr id="173" name="Google Shape;173;p36"/>
          <p:cNvSpPr txBox="1">
            <a:spLocks noGrp="1"/>
          </p:cNvSpPr>
          <p:nvPr>
            <p:ph type="body" idx="1"/>
          </p:nvPr>
        </p:nvSpPr>
        <p:spPr>
          <a:xfrm>
            <a:off x="540000" y="1080000"/>
            <a:ext cx="6156300" cy="34674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1pPr>
            <a:lvl2pPr marL="914400" lvl="1"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2pPr>
            <a:lvl3pPr marL="1371600" lvl="2"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3pPr>
            <a:lvl4pPr marL="1828800" lvl="3"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4pPr>
            <a:lvl5pPr marL="2286000" lvl="4"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5pPr>
            <a:lvl6pPr marL="2743200" lvl="5"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6pPr>
            <a:lvl7pPr marL="3200400" lvl="6"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7pPr>
            <a:lvl8pPr marL="3657600" lvl="7"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8pPr>
            <a:lvl9pPr marL="4114800" lvl="8"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9pPr>
          </a:lstStyle>
          <a:p>
            <a:endParaRPr/>
          </a:p>
        </p:txBody>
      </p:sp>
      <p:sp>
        <p:nvSpPr>
          <p:cNvPr id="174" name="Google Shape;174;p36"/>
          <p:cNvSpPr txBox="1">
            <a:spLocks noGrp="1"/>
          </p:cNvSpPr>
          <p:nvPr>
            <p:ph type="title"/>
          </p:nvPr>
        </p:nvSpPr>
        <p:spPr>
          <a:xfrm>
            <a:off x="540000" y="360000"/>
            <a:ext cx="8064000" cy="288000"/>
          </a:xfrm>
          <a:prstGeom prst="rect">
            <a:avLst/>
          </a:prstGeom>
          <a:noFill/>
          <a:ln>
            <a:noFill/>
          </a:ln>
        </p:spPr>
        <p:txBody>
          <a:bodyPr spcFirstLastPara="1" wrap="square" lIns="68600" tIns="68600" rIns="68600" bIns="68600" anchor="ctr" anchorCtr="0">
            <a:noAutofit/>
          </a:bodyPr>
          <a:lstStyle>
            <a:lvl1pPr lvl="0" algn="l">
              <a:lnSpc>
                <a:spcPct val="100000"/>
              </a:lnSpc>
              <a:spcBef>
                <a:spcPts val="0"/>
              </a:spcBef>
              <a:spcAft>
                <a:spcPts val="0"/>
              </a:spcAft>
              <a:buSzPts val="1500"/>
              <a:buFont typeface="Montserrat Medium"/>
              <a:buNone/>
              <a:defRPr sz="2000" b="0">
                <a:latin typeface="Montserrat Medium"/>
                <a:ea typeface="Montserrat Medium"/>
                <a:cs typeface="Montserrat Medium"/>
                <a:sym typeface="Montserrat Medium"/>
              </a:defRPr>
            </a:lvl1pPr>
            <a:lvl2pPr lvl="1" algn="l">
              <a:lnSpc>
                <a:spcPct val="100000"/>
              </a:lnSpc>
              <a:spcBef>
                <a:spcPts val="0"/>
              </a:spcBef>
              <a:spcAft>
                <a:spcPts val="0"/>
              </a:spcAft>
              <a:buClr>
                <a:schemeClr val="dk1"/>
              </a:buClr>
              <a:buSzPts val="1100"/>
              <a:buNone/>
              <a:defRPr>
                <a:solidFill>
                  <a:schemeClr val="dk1"/>
                </a:solidFill>
              </a:defRPr>
            </a:lvl2pPr>
            <a:lvl3pPr lvl="2" algn="l">
              <a:lnSpc>
                <a:spcPct val="100000"/>
              </a:lnSpc>
              <a:spcBef>
                <a:spcPts val="0"/>
              </a:spcBef>
              <a:spcAft>
                <a:spcPts val="0"/>
              </a:spcAft>
              <a:buClr>
                <a:schemeClr val="dk1"/>
              </a:buClr>
              <a:buSzPts val="1100"/>
              <a:buNone/>
              <a:defRPr>
                <a:solidFill>
                  <a:schemeClr val="dk1"/>
                </a:solidFill>
              </a:defRPr>
            </a:lvl3pPr>
            <a:lvl4pPr lvl="3" algn="l">
              <a:lnSpc>
                <a:spcPct val="100000"/>
              </a:lnSpc>
              <a:spcBef>
                <a:spcPts val="0"/>
              </a:spcBef>
              <a:spcAft>
                <a:spcPts val="0"/>
              </a:spcAft>
              <a:buClr>
                <a:schemeClr val="dk1"/>
              </a:buClr>
              <a:buSzPts val="1100"/>
              <a:buNone/>
              <a:defRPr>
                <a:solidFill>
                  <a:schemeClr val="dk1"/>
                </a:solidFill>
              </a:defRPr>
            </a:lvl4pPr>
            <a:lvl5pPr lvl="4" algn="l">
              <a:lnSpc>
                <a:spcPct val="100000"/>
              </a:lnSpc>
              <a:spcBef>
                <a:spcPts val="0"/>
              </a:spcBef>
              <a:spcAft>
                <a:spcPts val="0"/>
              </a:spcAft>
              <a:buClr>
                <a:schemeClr val="dk1"/>
              </a:buClr>
              <a:buSzPts val="1100"/>
              <a:buNone/>
              <a:defRPr>
                <a:solidFill>
                  <a:schemeClr val="dk1"/>
                </a:solidFill>
              </a:defRPr>
            </a:lvl5pPr>
            <a:lvl6pPr lvl="5" algn="l">
              <a:lnSpc>
                <a:spcPct val="100000"/>
              </a:lnSpc>
              <a:spcBef>
                <a:spcPts val="0"/>
              </a:spcBef>
              <a:spcAft>
                <a:spcPts val="0"/>
              </a:spcAft>
              <a:buClr>
                <a:schemeClr val="dk1"/>
              </a:buClr>
              <a:buSzPts val="1100"/>
              <a:buNone/>
              <a:defRPr>
                <a:solidFill>
                  <a:schemeClr val="dk1"/>
                </a:solidFill>
              </a:defRPr>
            </a:lvl6pPr>
            <a:lvl7pPr lvl="6" algn="l">
              <a:lnSpc>
                <a:spcPct val="100000"/>
              </a:lnSpc>
              <a:spcBef>
                <a:spcPts val="0"/>
              </a:spcBef>
              <a:spcAft>
                <a:spcPts val="0"/>
              </a:spcAft>
              <a:buClr>
                <a:schemeClr val="dk1"/>
              </a:buClr>
              <a:buSzPts val="1100"/>
              <a:buNone/>
              <a:defRPr>
                <a:solidFill>
                  <a:schemeClr val="dk1"/>
                </a:solidFill>
              </a:defRPr>
            </a:lvl7pPr>
            <a:lvl8pPr lvl="7" algn="l">
              <a:lnSpc>
                <a:spcPct val="100000"/>
              </a:lnSpc>
              <a:spcBef>
                <a:spcPts val="0"/>
              </a:spcBef>
              <a:spcAft>
                <a:spcPts val="0"/>
              </a:spcAft>
              <a:buClr>
                <a:schemeClr val="dk1"/>
              </a:buClr>
              <a:buSzPts val="1100"/>
              <a:buNone/>
              <a:defRPr>
                <a:solidFill>
                  <a:schemeClr val="dk1"/>
                </a:solidFill>
              </a:defRPr>
            </a:lvl8pPr>
            <a:lvl9pPr lvl="8" algn="l">
              <a:lnSpc>
                <a:spcPct val="100000"/>
              </a:lnSpc>
              <a:spcBef>
                <a:spcPts val="0"/>
              </a:spcBef>
              <a:spcAft>
                <a:spcPts val="0"/>
              </a:spcAft>
              <a:buClr>
                <a:schemeClr val="dk1"/>
              </a:buClr>
              <a:buSzPts val="1100"/>
              <a:buNone/>
              <a:defRPr>
                <a:solidFill>
                  <a:schemeClr val="dk1"/>
                </a:solidFill>
              </a:defRPr>
            </a:lvl9pPr>
          </a:lstStyle>
          <a:p>
            <a:endParaRPr/>
          </a:p>
        </p:txBody>
      </p:sp>
      <p:sp>
        <p:nvSpPr>
          <p:cNvPr id="175" name="Google Shape;175;p36"/>
          <p:cNvSpPr txBox="1">
            <a:spLocks noGrp="1"/>
          </p:cNvSpPr>
          <p:nvPr>
            <p:ph type="subTitle" idx="2"/>
          </p:nvPr>
        </p:nvSpPr>
        <p:spPr>
          <a:xfrm>
            <a:off x="540000" y="648125"/>
            <a:ext cx="8064000" cy="252000"/>
          </a:xfrm>
          <a:prstGeom prst="rect">
            <a:avLst/>
          </a:prstGeom>
          <a:noFill/>
          <a:ln>
            <a:noFill/>
          </a:ln>
        </p:spPr>
        <p:txBody>
          <a:bodyPr spcFirstLastPara="1" wrap="square" lIns="68600" tIns="68600" rIns="68600" bIns="68600" anchor="ctr" anchorCtr="0">
            <a:noAutofit/>
          </a:bodyPr>
          <a:lstStyle>
            <a:lvl1pPr lvl="0" algn="l">
              <a:lnSpc>
                <a:spcPct val="100000"/>
              </a:lnSpc>
              <a:spcBef>
                <a:spcPts val="0"/>
              </a:spcBef>
              <a:spcAft>
                <a:spcPts val="0"/>
              </a:spcAft>
              <a:buClr>
                <a:schemeClr val="dk1"/>
              </a:buClr>
              <a:buSzPts val="1100"/>
              <a:buFont typeface="Montserrat"/>
              <a:buNone/>
              <a:defRPr>
                <a:latin typeface="Montserrat"/>
                <a:ea typeface="Montserrat"/>
                <a:cs typeface="Montserrat"/>
                <a:sym typeface="Montserrat"/>
              </a:defRPr>
            </a:lvl1pPr>
            <a:lvl2pPr lvl="1" algn="l">
              <a:lnSpc>
                <a:spcPct val="100000"/>
              </a:lnSpc>
              <a:spcBef>
                <a:spcPts val="0"/>
              </a:spcBef>
              <a:spcAft>
                <a:spcPts val="0"/>
              </a:spcAft>
              <a:buClr>
                <a:schemeClr val="dk1"/>
              </a:buClr>
              <a:buSzPts val="1000"/>
              <a:buNone/>
              <a:defRPr sz="1300"/>
            </a:lvl2pPr>
            <a:lvl3pPr lvl="2" algn="l">
              <a:lnSpc>
                <a:spcPct val="100000"/>
              </a:lnSpc>
              <a:spcBef>
                <a:spcPts val="0"/>
              </a:spcBef>
              <a:spcAft>
                <a:spcPts val="0"/>
              </a:spcAft>
              <a:buClr>
                <a:schemeClr val="dk1"/>
              </a:buClr>
              <a:buSzPts val="1000"/>
              <a:buNone/>
              <a:defRPr sz="1300"/>
            </a:lvl3pPr>
            <a:lvl4pPr lvl="3" algn="l">
              <a:lnSpc>
                <a:spcPct val="100000"/>
              </a:lnSpc>
              <a:spcBef>
                <a:spcPts val="0"/>
              </a:spcBef>
              <a:spcAft>
                <a:spcPts val="0"/>
              </a:spcAft>
              <a:buClr>
                <a:schemeClr val="dk1"/>
              </a:buClr>
              <a:buSzPts val="1000"/>
              <a:buNone/>
              <a:defRPr sz="1300"/>
            </a:lvl4pPr>
            <a:lvl5pPr lvl="4" algn="l">
              <a:lnSpc>
                <a:spcPct val="100000"/>
              </a:lnSpc>
              <a:spcBef>
                <a:spcPts val="0"/>
              </a:spcBef>
              <a:spcAft>
                <a:spcPts val="0"/>
              </a:spcAft>
              <a:buClr>
                <a:schemeClr val="dk1"/>
              </a:buClr>
              <a:buSzPts val="1000"/>
              <a:buNone/>
              <a:defRPr sz="1300"/>
            </a:lvl5pPr>
            <a:lvl6pPr lvl="5" algn="l">
              <a:lnSpc>
                <a:spcPct val="100000"/>
              </a:lnSpc>
              <a:spcBef>
                <a:spcPts val="0"/>
              </a:spcBef>
              <a:spcAft>
                <a:spcPts val="0"/>
              </a:spcAft>
              <a:buClr>
                <a:schemeClr val="dk1"/>
              </a:buClr>
              <a:buSzPts val="1000"/>
              <a:buNone/>
              <a:defRPr sz="1300"/>
            </a:lvl6pPr>
            <a:lvl7pPr lvl="6" algn="l">
              <a:lnSpc>
                <a:spcPct val="100000"/>
              </a:lnSpc>
              <a:spcBef>
                <a:spcPts val="0"/>
              </a:spcBef>
              <a:spcAft>
                <a:spcPts val="0"/>
              </a:spcAft>
              <a:buClr>
                <a:schemeClr val="dk1"/>
              </a:buClr>
              <a:buSzPts val="1000"/>
              <a:buNone/>
              <a:defRPr sz="1300"/>
            </a:lvl7pPr>
            <a:lvl8pPr lvl="7" algn="l">
              <a:lnSpc>
                <a:spcPct val="100000"/>
              </a:lnSpc>
              <a:spcBef>
                <a:spcPts val="0"/>
              </a:spcBef>
              <a:spcAft>
                <a:spcPts val="0"/>
              </a:spcAft>
              <a:buClr>
                <a:schemeClr val="dk1"/>
              </a:buClr>
              <a:buSzPts val="1000"/>
              <a:buNone/>
              <a:defRPr sz="1300"/>
            </a:lvl8pPr>
            <a:lvl9pPr lvl="8" algn="l">
              <a:lnSpc>
                <a:spcPct val="100000"/>
              </a:lnSpc>
              <a:spcBef>
                <a:spcPts val="0"/>
              </a:spcBef>
              <a:spcAft>
                <a:spcPts val="0"/>
              </a:spcAft>
              <a:buClr>
                <a:schemeClr val="dk1"/>
              </a:buClr>
              <a:buSzPts val="1000"/>
              <a:buNone/>
              <a:defRPr sz="1300"/>
            </a:lvl9pPr>
          </a:lstStyle>
          <a:p>
            <a:endParaRPr/>
          </a:p>
        </p:txBody>
      </p:sp>
      <p:sp>
        <p:nvSpPr>
          <p:cNvPr id="176" name="Google Shape;176;p36"/>
          <p:cNvSpPr/>
          <p:nvPr/>
        </p:nvSpPr>
        <p:spPr>
          <a:xfrm>
            <a:off x="6896050" y="1079975"/>
            <a:ext cx="1708200" cy="34674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Montserrat Light"/>
              <a:ea typeface="Montserrat Light"/>
              <a:cs typeface="Montserrat Light"/>
              <a:sym typeface="Montserrat Light"/>
            </a:endParaRPr>
          </a:p>
        </p:txBody>
      </p:sp>
      <p:sp>
        <p:nvSpPr>
          <p:cNvPr id="177" name="Google Shape;177;p36"/>
          <p:cNvSpPr txBox="1">
            <a:spLocks noGrp="1"/>
          </p:cNvSpPr>
          <p:nvPr>
            <p:ph type="body" idx="3"/>
          </p:nvPr>
        </p:nvSpPr>
        <p:spPr>
          <a:xfrm>
            <a:off x="6984550" y="1465500"/>
            <a:ext cx="1531200" cy="2975700"/>
          </a:xfrm>
          <a:prstGeom prst="rect">
            <a:avLst/>
          </a:prstGeom>
          <a:noFill/>
          <a:ln>
            <a:noFill/>
          </a:ln>
        </p:spPr>
        <p:txBody>
          <a:bodyPr spcFirstLastPara="1" wrap="square" lIns="0" tIns="0" rIns="0" bIns="0" anchor="t" anchorCtr="0">
            <a:noAutofit/>
          </a:bodyPr>
          <a:lstStyle>
            <a:lvl1pPr marL="457200" lvl="0"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1pPr>
            <a:lvl2pPr marL="914400" lvl="1"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2pPr>
            <a:lvl3pPr marL="1371600" lvl="2"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3pPr>
            <a:lvl4pPr marL="1828800" lvl="3"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4pPr>
            <a:lvl5pPr marL="2286000" lvl="4"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5pPr>
            <a:lvl6pPr marL="2743200" lvl="5"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6pPr>
            <a:lvl7pPr marL="3200400" lvl="6"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7pPr>
            <a:lvl8pPr marL="3657600" lvl="7"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8pPr>
            <a:lvl9pPr marL="4114800" lvl="8" indent="-260350" algn="l">
              <a:lnSpc>
                <a:spcPct val="100000"/>
              </a:lnSpc>
              <a:spcBef>
                <a:spcPts val="0"/>
              </a:spcBef>
              <a:spcAft>
                <a:spcPts val="0"/>
              </a:spcAft>
              <a:buSzPts val="500"/>
              <a:buFont typeface="Montserrat Light"/>
              <a:buChar char="■"/>
              <a:defRPr sz="700">
                <a:latin typeface="Montserrat Light"/>
                <a:ea typeface="Montserrat Light"/>
                <a:cs typeface="Montserrat Light"/>
                <a:sym typeface="Montserrat Light"/>
              </a:defRPr>
            </a:lvl9pPr>
          </a:lstStyle>
          <a:p>
            <a:endParaRPr/>
          </a:p>
        </p:txBody>
      </p:sp>
      <p:sp>
        <p:nvSpPr>
          <p:cNvPr id="178" name="Google Shape;178;p36"/>
          <p:cNvSpPr txBox="1">
            <a:spLocks noGrp="1"/>
          </p:cNvSpPr>
          <p:nvPr>
            <p:ph type="subTitle" idx="4"/>
          </p:nvPr>
        </p:nvSpPr>
        <p:spPr>
          <a:xfrm>
            <a:off x="6984550" y="1192950"/>
            <a:ext cx="1531200" cy="1341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1pPr>
            <a:lvl2pPr lvl="1"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2pPr>
            <a:lvl3pPr lvl="2"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3pPr>
            <a:lvl4pPr lvl="3"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4pPr>
            <a:lvl5pPr lvl="4"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5pPr>
            <a:lvl6pPr lvl="5"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6pPr>
            <a:lvl7pPr lvl="6"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7pPr>
            <a:lvl8pPr lvl="7"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8pPr>
            <a:lvl9pPr lvl="8" algn="l">
              <a:lnSpc>
                <a:spcPct val="100000"/>
              </a:lnSpc>
              <a:spcBef>
                <a:spcPts val="0"/>
              </a:spcBef>
              <a:spcAft>
                <a:spcPts val="0"/>
              </a:spcAft>
              <a:buClr>
                <a:schemeClr val="dk1"/>
              </a:buClr>
              <a:buSzPts val="700"/>
              <a:buFont typeface="Montserrat Medium"/>
              <a:buNone/>
              <a:defRPr sz="900">
                <a:solidFill>
                  <a:schemeClr val="dk1"/>
                </a:solidFill>
                <a:latin typeface="Montserrat Medium"/>
                <a:ea typeface="Montserrat Medium"/>
                <a:cs typeface="Montserrat Medium"/>
                <a:sym typeface="Montserrat Medium"/>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with Subtitle">
  <p:cSld name="Title Only with Subtitle">
    <p:spTree>
      <p:nvGrpSpPr>
        <p:cNvPr id="1" name="Shape 179"/>
        <p:cNvGrpSpPr/>
        <p:nvPr/>
      </p:nvGrpSpPr>
      <p:grpSpPr>
        <a:xfrm>
          <a:off x="0" y="0"/>
          <a:ext cx="0" cy="0"/>
          <a:chOff x="0" y="0"/>
          <a:chExt cx="0" cy="0"/>
        </a:xfrm>
      </p:grpSpPr>
      <p:sp>
        <p:nvSpPr>
          <p:cNvPr id="180" name="Google Shape;180;p37"/>
          <p:cNvSpPr txBox="1">
            <a:spLocks noGrp="1"/>
          </p:cNvSpPr>
          <p:nvPr>
            <p:ph type="title"/>
          </p:nvPr>
        </p:nvSpPr>
        <p:spPr>
          <a:xfrm>
            <a:off x="337029" y="233533"/>
            <a:ext cx="8393700" cy="897000"/>
          </a:xfrm>
          <a:prstGeom prst="rect">
            <a:avLst/>
          </a:prstGeom>
          <a:noFill/>
          <a:ln>
            <a:noFill/>
          </a:ln>
        </p:spPr>
        <p:txBody>
          <a:bodyPr spcFirstLastPara="1" wrap="square" lIns="51425" tIns="25700" rIns="51425" bIns="25700" anchor="t" anchorCtr="0">
            <a:noAutofit/>
          </a:bodyPr>
          <a:lstStyle>
            <a:lvl1pPr lvl="0" algn="l">
              <a:lnSpc>
                <a:spcPct val="100000"/>
              </a:lnSpc>
              <a:spcBef>
                <a:spcPts val="0"/>
              </a:spcBef>
              <a:spcAft>
                <a:spcPts val="0"/>
              </a:spcAft>
              <a:buClr>
                <a:schemeClr val="dk1"/>
              </a:buClr>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1" name="Google Shape;181;p37"/>
          <p:cNvSpPr txBox="1">
            <a:spLocks noGrp="1"/>
          </p:cNvSpPr>
          <p:nvPr>
            <p:ph type="body" idx="1"/>
          </p:nvPr>
        </p:nvSpPr>
        <p:spPr>
          <a:xfrm>
            <a:off x="336130" y="631589"/>
            <a:ext cx="8396400" cy="270900"/>
          </a:xfrm>
          <a:prstGeom prst="rect">
            <a:avLst/>
          </a:prstGeom>
          <a:noFill/>
          <a:ln>
            <a:noFill/>
          </a:ln>
        </p:spPr>
        <p:txBody>
          <a:bodyPr spcFirstLastPara="1" wrap="square" lIns="51425" tIns="25700" rIns="51425" bIns="25700" anchor="t" anchorCtr="0">
            <a:noAutofit/>
          </a:bodyPr>
          <a:lstStyle>
            <a:lvl1pPr marL="457200" lvl="0" indent="-228600" algn="l">
              <a:lnSpc>
                <a:spcPct val="100000"/>
              </a:lnSpc>
              <a:spcBef>
                <a:spcPts val="300"/>
              </a:spcBef>
              <a:spcAft>
                <a:spcPts val="0"/>
              </a:spcAft>
              <a:buClr>
                <a:schemeClr val="dk1"/>
              </a:buClr>
              <a:buSzPts val="1100"/>
              <a:buFont typeface="Century Gothic"/>
              <a:buNone/>
              <a:defRPr sz="1500"/>
            </a:lvl1pPr>
            <a:lvl2pPr marL="914400" lvl="1" indent="-298450" algn="l">
              <a:lnSpc>
                <a:spcPct val="100000"/>
              </a:lnSpc>
              <a:spcBef>
                <a:spcPts val="500"/>
              </a:spcBef>
              <a:spcAft>
                <a:spcPts val="0"/>
              </a:spcAft>
              <a:buClr>
                <a:schemeClr val="dk1"/>
              </a:buClr>
              <a:buSzPts val="1100"/>
              <a:buChar char="○"/>
              <a:defRPr/>
            </a:lvl2pPr>
            <a:lvl3pPr marL="1371600" lvl="2" indent="-298450" algn="l">
              <a:lnSpc>
                <a:spcPct val="100000"/>
              </a:lnSpc>
              <a:spcBef>
                <a:spcPts val="500"/>
              </a:spcBef>
              <a:spcAft>
                <a:spcPts val="0"/>
              </a:spcAft>
              <a:buClr>
                <a:schemeClr val="dk1"/>
              </a:buClr>
              <a:buSzPts val="1100"/>
              <a:buChar char="■"/>
              <a:defRPr/>
            </a:lvl3pPr>
            <a:lvl4pPr marL="1828800" lvl="3" indent="-298450" algn="l">
              <a:lnSpc>
                <a:spcPct val="100000"/>
              </a:lnSpc>
              <a:spcBef>
                <a:spcPts val="500"/>
              </a:spcBef>
              <a:spcAft>
                <a:spcPts val="0"/>
              </a:spcAft>
              <a:buClr>
                <a:schemeClr val="dk1"/>
              </a:buClr>
              <a:buSzPts val="1100"/>
              <a:buChar char="●"/>
              <a:defRPr/>
            </a:lvl4pPr>
            <a:lvl5pPr marL="2286000" lvl="4" indent="-298450" algn="l">
              <a:lnSpc>
                <a:spcPct val="100000"/>
              </a:lnSpc>
              <a:spcBef>
                <a:spcPts val="500"/>
              </a:spcBef>
              <a:spcAft>
                <a:spcPts val="0"/>
              </a:spcAft>
              <a:buClr>
                <a:schemeClr val="dk1"/>
              </a:buClr>
              <a:buSzPts val="1100"/>
              <a:buChar char="○"/>
              <a:defRPr/>
            </a:lvl5pPr>
            <a:lvl6pPr marL="2743200" lvl="5" indent="-298450" algn="l">
              <a:lnSpc>
                <a:spcPct val="90000"/>
              </a:lnSpc>
              <a:spcBef>
                <a:spcPts val="500"/>
              </a:spcBef>
              <a:spcAft>
                <a:spcPts val="0"/>
              </a:spcAft>
              <a:buClr>
                <a:schemeClr val="dk1"/>
              </a:buClr>
              <a:buSzPts val="1100"/>
              <a:buChar char="■"/>
              <a:defRPr/>
            </a:lvl6pPr>
            <a:lvl7pPr marL="3200400" lvl="6" indent="-298450" algn="l">
              <a:lnSpc>
                <a:spcPct val="90000"/>
              </a:lnSpc>
              <a:spcBef>
                <a:spcPts val="400"/>
              </a:spcBef>
              <a:spcAft>
                <a:spcPts val="0"/>
              </a:spcAft>
              <a:buClr>
                <a:schemeClr val="dk1"/>
              </a:buClr>
              <a:buSzPts val="1100"/>
              <a:buChar char="●"/>
              <a:defRPr/>
            </a:lvl7pPr>
            <a:lvl8pPr marL="3657600" lvl="7" indent="-298450" algn="l">
              <a:lnSpc>
                <a:spcPct val="90000"/>
              </a:lnSpc>
              <a:spcBef>
                <a:spcPts val="400"/>
              </a:spcBef>
              <a:spcAft>
                <a:spcPts val="0"/>
              </a:spcAft>
              <a:buClr>
                <a:schemeClr val="dk1"/>
              </a:buClr>
              <a:buSzPts val="1100"/>
              <a:buChar char="○"/>
              <a:defRPr/>
            </a:lvl8pPr>
            <a:lvl9pPr marL="4114800" lvl="8" indent="-298450" algn="l">
              <a:lnSpc>
                <a:spcPct val="90000"/>
              </a:lnSpc>
              <a:spcBef>
                <a:spcPts val="400"/>
              </a:spcBef>
              <a:spcAft>
                <a:spcPts val="0"/>
              </a:spcAft>
              <a:buClr>
                <a:schemeClr val="dk1"/>
              </a:buClr>
              <a:buSzPts val="11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45) Content - Display other material 1 1">
  <p:cSld name="45) Content - Display other material 1 1">
    <p:spTree>
      <p:nvGrpSpPr>
        <p:cNvPr id="1" name="Shape 182"/>
        <p:cNvGrpSpPr/>
        <p:nvPr/>
      </p:nvGrpSpPr>
      <p:grpSpPr>
        <a:xfrm>
          <a:off x="0" y="0"/>
          <a:ext cx="0" cy="0"/>
          <a:chOff x="0" y="0"/>
          <a:chExt cx="0" cy="0"/>
        </a:xfrm>
      </p:grpSpPr>
      <p:pic>
        <p:nvPicPr>
          <p:cNvPr id="183" name="Google Shape;183;p38"/>
          <p:cNvPicPr preferRelativeResize="0"/>
          <p:nvPr/>
        </p:nvPicPr>
        <p:blipFill rotWithShape="1">
          <a:blip r:embed="rId2" cstate="screen">
            <a:alphaModFix/>
            <a:extLst>
              <a:ext uri="{28A0092B-C50C-407E-A947-70E740481C1C}">
                <a14:useLocalDpi xmlns:a14="http://schemas.microsoft.com/office/drawing/2010/main"/>
              </a:ext>
            </a:extLst>
          </a:blip>
          <a:srcRect t="17177" r="70151"/>
          <a:stretch/>
        </p:blipFill>
        <p:spPr>
          <a:xfrm rot="5400000" flipH="1">
            <a:off x="7276727" y="-905925"/>
            <a:ext cx="999451" cy="2773199"/>
          </a:xfrm>
          <a:prstGeom prst="rect">
            <a:avLst/>
          </a:prstGeom>
          <a:noFill/>
          <a:ln>
            <a:noFill/>
          </a:ln>
        </p:spPr>
      </p:pic>
      <p:sp>
        <p:nvSpPr>
          <p:cNvPr id="184" name="Google Shape;184;p38"/>
          <p:cNvSpPr txBox="1"/>
          <p:nvPr/>
        </p:nvSpPr>
        <p:spPr>
          <a:xfrm>
            <a:off x="8472458" y="4663217"/>
            <a:ext cx="548700" cy="3936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595959"/>
              </a:buClr>
              <a:buSzPts val="800"/>
              <a:buFont typeface="Montserrat"/>
              <a:buNone/>
            </a:pPr>
            <a:fld id="{00000000-1234-1234-1234-123412341234}" type="slidenum">
              <a:rPr lang="en-GB" sz="1000" b="1" i="0" u="none" strike="noStrike" cap="none">
                <a:solidFill>
                  <a:srgbClr val="595959"/>
                </a:solidFill>
                <a:latin typeface="Montserrat"/>
                <a:ea typeface="Montserrat"/>
                <a:cs typeface="Montserrat"/>
                <a:sym typeface="Montserrat"/>
              </a:rPr>
              <a:t>‹N°›</a:t>
            </a:fld>
            <a:endParaRPr sz="1000" b="1" i="0" u="none" strike="noStrike" cap="none">
              <a:solidFill>
                <a:srgbClr val="595959"/>
              </a:solidFill>
              <a:latin typeface="Montserrat"/>
              <a:ea typeface="Montserrat"/>
              <a:cs typeface="Montserrat"/>
              <a:sym typeface="Montserrat"/>
            </a:endParaRPr>
          </a:p>
        </p:txBody>
      </p:sp>
      <p:sp>
        <p:nvSpPr>
          <p:cNvPr id="185" name="Google Shape;185;p38"/>
          <p:cNvSpPr txBox="1">
            <a:spLocks noGrp="1"/>
          </p:cNvSpPr>
          <p:nvPr>
            <p:ph type="title"/>
          </p:nvPr>
        </p:nvSpPr>
        <p:spPr>
          <a:xfrm>
            <a:off x="587225" y="607050"/>
            <a:ext cx="4821600" cy="2772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1pPr>
            <a:lvl2pPr lvl="1"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2pPr>
            <a:lvl3pPr lvl="2"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3pPr>
            <a:lvl4pPr lvl="3"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4pPr>
            <a:lvl5pPr lvl="4"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5pPr>
            <a:lvl6pPr lvl="5"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6pPr>
            <a:lvl7pPr lvl="6"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7pPr>
            <a:lvl8pPr lvl="7"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8pPr>
            <a:lvl9pPr lvl="8" algn="l">
              <a:lnSpc>
                <a:spcPct val="90000"/>
              </a:lnSpc>
              <a:spcBef>
                <a:spcPts val="0"/>
              </a:spcBef>
              <a:spcAft>
                <a:spcPts val="0"/>
              </a:spcAft>
              <a:buClr>
                <a:srgbClr val="3C3C3A"/>
              </a:buClr>
              <a:buSzPts val="1100"/>
              <a:buFont typeface="Montserrat Light"/>
              <a:buNone/>
              <a:defRPr sz="1800">
                <a:solidFill>
                  <a:srgbClr val="3C3C3A"/>
                </a:solidFill>
                <a:latin typeface="Montserrat Light"/>
                <a:ea typeface="Montserrat Light"/>
                <a:cs typeface="Montserrat Light"/>
                <a:sym typeface="Montserrat Light"/>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Header, subheader, text">
  <p:cSld name="Header, subheader, text">
    <p:spTree>
      <p:nvGrpSpPr>
        <p:cNvPr id="1" name="Shape 186"/>
        <p:cNvGrpSpPr/>
        <p:nvPr/>
      </p:nvGrpSpPr>
      <p:grpSpPr>
        <a:xfrm>
          <a:off x="0" y="0"/>
          <a:ext cx="0" cy="0"/>
          <a:chOff x="0" y="0"/>
          <a:chExt cx="0" cy="0"/>
        </a:xfrm>
      </p:grpSpPr>
      <p:sp>
        <p:nvSpPr>
          <p:cNvPr id="187" name="Google Shape;187;p39"/>
          <p:cNvSpPr txBox="1">
            <a:spLocks noGrp="1"/>
          </p:cNvSpPr>
          <p:nvPr>
            <p:ph type="body" idx="1"/>
          </p:nvPr>
        </p:nvSpPr>
        <p:spPr>
          <a:xfrm>
            <a:off x="540000" y="1080000"/>
            <a:ext cx="8064000" cy="3467400"/>
          </a:xfrm>
          <a:prstGeom prst="rect">
            <a:avLst/>
          </a:prstGeom>
          <a:noFill/>
          <a:ln>
            <a:noFill/>
          </a:ln>
        </p:spPr>
        <p:txBody>
          <a:bodyPr spcFirstLastPara="1" wrap="square" lIns="0" tIns="0" rIns="0" bIns="0" anchor="t" anchorCtr="0">
            <a:noAutofit/>
          </a:bodyPr>
          <a:lstStyle>
            <a:lvl1pPr marL="457200" lvl="0"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1pPr>
            <a:lvl2pPr marL="914400" lvl="1"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2pPr>
            <a:lvl3pPr marL="1371600" lvl="2"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3pPr>
            <a:lvl4pPr marL="1828800" lvl="3"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4pPr>
            <a:lvl5pPr marL="2286000" lvl="4"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5pPr>
            <a:lvl6pPr marL="2743200" lvl="5"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6pPr>
            <a:lvl7pPr marL="3200400" lvl="6"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7pPr>
            <a:lvl8pPr marL="3657600" lvl="7"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8pPr>
            <a:lvl9pPr marL="4114800" lvl="8" indent="-292100" algn="l">
              <a:lnSpc>
                <a:spcPct val="100000"/>
              </a:lnSpc>
              <a:spcBef>
                <a:spcPts val="0"/>
              </a:spcBef>
              <a:spcAft>
                <a:spcPts val="0"/>
              </a:spcAft>
              <a:buSzPts val="1000"/>
              <a:buFont typeface="Montserrat Light"/>
              <a:buChar char="■"/>
              <a:defRPr sz="1300">
                <a:latin typeface="Montserrat Light"/>
                <a:ea typeface="Montserrat Light"/>
                <a:cs typeface="Montserrat Light"/>
                <a:sym typeface="Montserrat Light"/>
              </a:defRPr>
            </a:lvl9pPr>
          </a:lstStyle>
          <a:p>
            <a:endParaRPr/>
          </a:p>
        </p:txBody>
      </p:sp>
      <p:sp>
        <p:nvSpPr>
          <p:cNvPr id="188" name="Google Shape;188;p39"/>
          <p:cNvSpPr txBox="1">
            <a:spLocks noGrp="1"/>
          </p:cNvSpPr>
          <p:nvPr>
            <p:ph type="title"/>
          </p:nvPr>
        </p:nvSpPr>
        <p:spPr>
          <a:xfrm>
            <a:off x="540000" y="360000"/>
            <a:ext cx="8064000" cy="288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500"/>
              <a:buFont typeface="Montserrat Medium"/>
              <a:buNone/>
              <a:defRPr sz="2000" b="0">
                <a:latin typeface="Montserrat Medium"/>
                <a:ea typeface="Montserrat Medium"/>
                <a:cs typeface="Montserrat Medium"/>
                <a:sym typeface="Montserrat Medium"/>
              </a:defRPr>
            </a:lvl1pPr>
            <a:lvl2pPr lvl="1" algn="l">
              <a:lnSpc>
                <a:spcPct val="100000"/>
              </a:lnSpc>
              <a:spcBef>
                <a:spcPts val="0"/>
              </a:spcBef>
              <a:spcAft>
                <a:spcPts val="0"/>
              </a:spcAft>
              <a:buClr>
                <a:schemeClr val="dk1"/>
              </a:buClr>
              <a:buSzPts val="1100"/>
              <a:buNone/>
              <a:defRPr>
                <a:solidFill>
                  <a:schemeClr val="dk1"/>
                </a:solidFill>
              </a:defRPr>
            </a:lvl2pPr>
            <a:lvl3pPr lvl="2" algn="l">
              <a:lnSpc>
                <a:spcPct val="100000"/>
              </a:lnSpc>
              <a:spcBef>
                <a:spcPts val="0"/>
              </a:spcBef>
              <a:spcAft>
                <a:spcPts val="0"/>
              </a:spcAft>
              <a:buClr>
                <a:schemeClr val="dk1"/>
              </a:buClr>
              <a:buSzPts val="1100"/>
              <a:buNone/>
              <a:defRPr>
                <a:solidFill>
                  <a:schemeClr val="dk1"/>
                </a:solidFill>
              </a:defRPr>
            </a:lvl3pPr>
            <a:lvl4pPr lvl="3" algn="l">
              <a:lnSpc>
                <a:spcPct val="100000"/>
              </a:lnSpc>
              <a:spcBef>
                <a:spcPts val="0"/>
              </a:spcBef>
              <a:spcAft>
                <a:spcPts val="0"/>
              </a:spcAft>
              <a:buClr>
                <a:schemeClr val="dk1"/>
              </a:buClr>
              <a:buSzPts val="1100"/>
              <a:buNone/>
              <a:defRPr>
                <a:solidFill>
                  <a:schemeClr val="dk1"/>
                </a:solidFill>
              </a:defRPr>
            </a:lvl4pPr>
            <a:lvl5pPr lvl="4" algn="l">
              <a:lnSpc>
                <a:spcPct val="100000"/>
              </a:lnSpc>
              <a:spcBef>
                <a:spcPts val="0"/>
              </a:spcBef>
              <a:spcAft>
                <a:spcPts val="0"/>
              </a:spcAft>
              <a:buClr>
                <a:schemeClr val="dk1"/>
              </a:buClr>
              <a:buSzPts val="1100"/>
              <a:buNone/>
              <a:defRPr>
                <a:solidFill>
                  <a:schemeClr val="dk1"/>
                </a:solidFill>
              </a:defRPr>
            </a:lvl5pPr>
            <a:lvl6pPr lvl="5" algn="l">
              <a:lnSpc>
                <a:spcPct val="100000"/>
              </a:lnSpc>
              <a:spcBef>
                <a:spcPts val="0"/>
              </a:spcBef>
              <a:spcAft>
                <a:spcPts val="0"/>
              </a:spcAft>
              <a:buClr>
                <a:schemeClr val="dk1"/>
              </a:buClr>
              <a:buSzPts val="1100"/>
              <a:buNone/>
              <a:defRPr>
                <a:solidFill>
                  <a:schemeClr val="dk1"/>
                </a:solidFill>
              </a:defRPr>
            </a:lvl6pPr>
            <a:lvl7pPr lvl="6" algn="l">
              <a:lnSpc>
                <a:spcPct val="100000"/>
              </a:lnSpc>
              <a:spcBef>
                <a:spcPts val="0"/>
              </a:spcBef>
              <a:spcAft>
                <a:spcPts val="0"/>
              </a:spcAft>
              <a:buClr>
                <a:schemeClr val="dk1"/>
              </a:buClr>
              <a:buSzPts val="1100"/>
              <a:buNone/>
              <a:defRPr>
                <a:solidFill>
                  <a:schemeClr val="dk1"/>
                </a:solidFill>
              </a:defRPr>
            </a:lvl7pPr>
            <a:lvl8pPr lvl="7" algn="l">
              <a:lnSpc>
                <a:spcPct val="100000"/>
              </a:lnSpc>
              <a:spcBef>
                <a:spcPts val="0"/>
              </a:spcBef>
              <a:spcAft>
                <a:spcPts val="0"/>
              </a:spcAft>
              <a:buClr>
                <a:schemeClr val="dk1"/>
              </a:buClr>
              <a:buSzPts val="1100"/>
              <a:buNone/>
              <a:defRPr>
                <a:solidFill>
                  <a:schemeClr val="dk1"/>
                </a:solidFill>
              </a:defRPr>
            </a:lvl8pPr>
            <a:lvl9pPr lvl="8" algn="l">
              <a:lnSpc>
                <a:spcPct val="100000"/>
              </a:lnSpc>
              <a:spcBef>
                <a:spcPts val="0"/>
              </a:spcBef>
              <a:spcAft>
                <a:spcPts val="0"/>
              </a:spcAft>
              <a:buClr>
                <a:schemeClr val="dk1"/>
              </a:buClr>
              <a:buSzPts val="1100"/>
              <a:buNone/>
              <a:defRPr>
                <a:solidFill>
                  <a:schemeClr val="dk1"/>
                </a:solidFill>
              </a:defRPr>
            </a:lvl9pPr>
          </a:lstStyle>
          <a:p>
            <a:endParaRPr/>
          </a:p>
        </p:txBody>
      </p:sp>
      <p:sp>
        <p:nvSpPr>
          <p:cNvPr id="189" name="Google Shape;189;p39"/>
          <p:cNvSpPr txBox="1">
            <a:spLocks noGrp="1"/>
          </p:cNvSpPr>
          <p:nvPr>
            <p:ph type="subTitle" idx="2"/>
          </p:nvPr>
        </p:nvSpPr>
        <p:spPr>
          <a:xfrm>
            <a:off x="540000" y="648125"/>
            <a:ext cx="8064000" cy="2520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1"/>
              </a:buClr>
              <a:buSzPts val="1000"/>
              <a:buFont typeface="Montserrat"/>
              <a:buNone/>
              <a:defRPr>
                <a:latin typeface="Montserrat"/>
                <a:ea typeface="Montserrat"/>
                <a:cs typeface="Montserrat"/>
                <a:sym typeface="Montserrat"/>
              </a:defRPr>
            </a:lvl1pPr>
            <a:lvl2pPr lvl="1" algn="l">
              <a:lnSpc>
                <a:spcPct val="100000"/>
              </a:lnSpc>
              <a:spcBef>
                <a:spcPts val="0"/>
              </a:spcBef>
              <a:spcAft>
                <a:spcPts val="0"/>
              </a:spcAft>
              <a:buClr>
                <a:schemeClr val="dk1"/>
              </a:buClr>
              <a:buSzPts val="1000"/>
              <a:buNone/>
              <a:defRPr sz="1300"/>
            </a:lvl2pPr>
            <a:lvl3pPr lvl="2" algn="l">
              <a:lnSpc>
                <a:spcPct val="100000"/>
              </a:lnSpc>
              <a:spcBef>
                <a:spcPts val="0"/>
              </a:spcBef>
              <a:spcAft>
                <a:spcPts val="0"/>
              </a:spcAft>
              <a:buClr>
                <a:schemeClr val="dk1"/>
              </a:buClr>
              <a:buSzPts val="1000"/>
              <a:buNone/>
              <a:defRPr sz="1300"/>
            </a:lvl3pPr>
            <a:lvl4pPr lvl="3" algn="l">
              <a:lnSpc>
                <a:spcPct val="100000"/>
              </a:lnSpc>
              <a:spcBef>
                <a:spcPts val="0"/>
              </a:spcBef>
              <a:spcAft>
                <a:spcPts val="0"/>
              </a:spcAft>
              <a:buClr>
                <a:schemeClr val="dk1"/>
              </a:buClr>
              <a:buSzPts val="1000"/>
              <a:buNone/>
              <a:defRPr sz="1300"/>
            </a:lvl4pPr>
            <a:lvl5pPr lvl="4" algn="l">
              <a:lnSpc>
                <a:spcPct val="100000"/>
              </a:lnSpc>
              <a:spcBef>
                <a:spcPts val="0"/>
              </a:spcBef>
              <a:spcAft>
                <a:spcPts val="0"/>
              </a:spcAft>
              <a:buClr>
                <a:schemeClr val="dk1"/>
              </a:buClr>
              <a:buSzPts val="1000"/>
              <a:buNone/>
              <a:defRPr sz="1300"/>
            </a:lvl5pPr>
            <a:lvl6pPr lvl="5" algn="l">
              <a:lnSpc>
                <a:spcPct val="100000"/>
              </a:lnSpc>
              <a:spcBef>
                <a:spcPts val="0"/>
              </a:spcBef>
              <a:spcAft>
                <a:spcPts val="0"/>
              </a:spcAft>
              <a:buClr>
                <a:schemeClr val="dk1"/>
              </a:buClr>
              <a:buSzPts val="1000"/>
              <a:buNone/>
              <a:defRPr sz="1300"/>
            </a:lvl6pPr>
            <a:lvl7pPr lvl="6" algn="l">
              <a:lnSpc>
                <a:spcPct val="100000"/>
              </a:lnSpc>
              <a:spcBef>
                <a:spcPts val="0"/>
              </a:spcBef>
              <a:spcAft>
                <a:spcPts val="0"/>
              </a:spcAft>
              <a:buClr>
                <a:schemeClr val="dk1"/>
              </a:buClr>
              <a:buSzPts val="1000"/>
              <a:buNone/>
              <a:defRPr sz="1300"/>
            </a:lvl7pPr>
            <a:lvl8pPr lvl="7" algn="l">
              <a:lnSpc>
                <a:spcPct val="100000"/>
              </a:lnSpc>
              <a:spcBef>
                <a:spcPts val="0"/>
              </a:spcBef>
              <a:spcAft>
                <a:spcPts val="0"/>
              </a:spcAft>
              <a:buClr>
                <a:schemeClr val="dk1"/>
              </a:buClr>
              <a:buSzPts val="1000"/>
              <a:buNone/>
              <a:defRPr sz="1300"/>
            </a:lvl8pPr>
            <a:lvl9pPr lvl="8" algn="l">
              <a:lnSpc>
                <a:spcPct val="100000"/>
              </a:lnSpc>
              <a:spcBef>
                <a:spcPts val="0"/>
              </a:spcBef>
              <a:spcAft>
                <a:spcPts val="0"/>
              </a:spcAft>
              <a:buClr>
                <a:schemeClr val="dk1"/>
              </a:buClr>
              <a:buSzPts val="1000"/>
              <a:buNone/>
              <a:defRPr sz="13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emplate - keep it empty 1">
  <p:cSld name="Blank template - keep it empty 1">
    <p:spTree>
      <p:nvGrpSpPr>
        <p:cNvPr id="1" name="Shape 97"/>
        <p:cNvGrpSpPr/>
        <p:nvPr/>
      </p:nvGrpSpPr>
      <p:grpSpPr>
        <a:xfrm>
          <a:off x="0" y="0"/>
          <a:ext cx="0" cy="0"/>
          <a:chOff x="0" y="0"/>
          <a:chExt cx="0" cy="0"/>
        </a:xfrm>
      </p:grpSpPr>
      <p:pic>
        <p:nvPicPr>
          <p:cNvPr id="98" name="Google Shape;98;p20"/>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47794" y="4853118"/>
            <a:ext cx="229569" cy="229787"/>
          </a:xfrm>
          <a:prstGeom prst="rect">
            <a:avLst/>
          </a:prstGeom>
          <a:noFill/>
          <a:ln>
            <a:noFill/>
          </a:ln>
        </p:spPr>
      </p:pic>
    </p:spTree>
    <p:extLst>
      <p:ext uri="{BB962C8B-B14F-4D97-AF65-F5344CB8AC3E}">
        <p14:creationId xmlns:p14="http://schemas.microsoft.com/office/powerpoint/2010/main" val="18031222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74700" y="579450"/>
            <a:ext cx="5826000" cy="444600"/>
          </a:xfrm>
          <a:prstGeom prst="rect">
            <a:avLst/>
          </a:prstGeom>
          <a:noFill/>
          <a:ln>
            <a:noFill/>
          </a:ln>
        </p:spPr>
        <p:txBody>
          <a:bodyPr spcFirstLastPara="1" wrap="square" lIns="68600" tIns="68600" rIns="68600" bIns="68600" anchor="t" anchorCtr="0">
            <a:noAutofit/>
          </a:bodyPr>
          <a:lstStyle>
            <a:lvl1pPr marR="0" lvl="0" algn="l" rtl="0">
              <a:lnSpc>
                <a:spcPct val="100000"/>
              </a:lnSpc>
              <a:spcBef>
                <a:spcPts val="0"/>
              </a:spcBef>
              <a:spcAft>
                <a:spcPts val="0"/>
              </a:spcAft>
              <a:buClr>
                <a:srgbClr val="000000"/>
              </a:buClr>
              <a:buSzPts val="1100"/>
              <a:buFont typeface="Montserrat Medium"/>
              <a:buNone/>
              <a:defRPr sz="1100" b="0" i="0" u="none" strike="noStrike" cap="none">
                <a:solidFill>
                  <a:srgbClr val="000000"/>
                </a:solidFill>
                <a:latin typeface="Montserrat Medium"/>
                <a:ea typeface="Montserrat Medium"/>
                <a:cs typeface="Montserrat Medium"/>
                <a:sym typeface="Montserrat Medium"/>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706450" y="1262075"/>
            <a:ext cx="4556100" cy="2008500"/>
          </a:xfrm>
          <a:prstGeom prst="rect">
            <a:avLst/>
          </a:prstGeom>
          <a:noFill/>
          <a:ln>
            <a:noFill/>
          </a:ln>
        </p:spPr>
        <p:txBody>
          <a:bodyPr spcFirstLastPara="1" wrap="square" lIns="68600" tIns="68600" rIns="68600" bIns="68600" anchor="t" anchorCtr="0">
            <a:noAutofit/>
          </a:bodyPr>
          <a:lstStyle>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66" r:id="rId1"/>
    <p:sldLayoutId id="2147483667"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9" r:id="rId12"/>
    <p:sldLayoutId id="2147483680" r:id="rId13"/>
    <p:sldLayoutId id="2147483681" r:id="rId14"/>
    <p:sldLayoutId id="2147483682" r:id="rId15"/>
    <p:sldLayoutId id="2147483683" r:id="rId16"/>
    <p:sldLayoutId id="2147483684" r:id="rId17"/>
    <p:sldLayoutId id="2147483720"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9.gif"/><Relationship Id="rId6" Type="http://schemas.openxmlformats.org/officeDocument/2006/relationships/image" Target="../media/image10.jpeg"/><Relationship Id="rId7"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image" Target="../media/image9.gif"/><Relationship Id="rId5" Type="http://schemas.openxmlformats.org/officeDocument/2006/relationships/image" Target="../media/image10.jpeg"/><Relationship Id="rId6"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7">
          <a:extLst>
            <a:ext uri="{FF2B5EF4-FFF2-40B4-BE49-F238E27FC236}">
              <a16:creationId xmlns:a16="http://schemas.microsoft.com/office/drawing/2014/main" id="{14D968AC-0D9E-6E5B-5690-27A800760D02}"/>
            </a:ext>
          </a:extLst>
        </p:cNvPr>
        <p:cNvGrpSpPr/>
        <p:nvPr/>
      </p:nvGrpSpPr>
      <p:grpSpPr>
        <a:xfrm>
          <a:off x="0" y="0"/>
          <a:ext cx="0" cy="0"/>
          <a:chOff x="0" y="0"/>
          <a:chExt cx="0" cy="0"/>
        </a:xfrm>
      </p:grpSpPr>
      <p:sp>
        <p:nvSpPr>
          <p:cNvPr id="868" name="Google Shape;868;p91">
            <a:extLst>
              <a:ext uri="{FF2B5EF4-FFF2-40B4-BE49-F238E27FC236}">
                <a16:creationId xmlns:a16="http://schemas.microsoft.com/office/drawing/2014/main" id="{A24817D9-8F3A-4404-9889-2287793E4BF1}"/>
              </a:ext>
            </a:extLst>
          </p:cNvPr>
          <p:cNvSpPr/>
          <p:nvPr/>
        </p:nvSpPr>
        <p:spPr>
          <a:xfrm>
            <a:off x="0" y="0"/>
            <a:ext cx="9144000" cy="1051800"/>
          </a:xfrm>
          <a:prstGeom prst="rect">
            <a:avLst/>
          </a:prstGeom>
          <a:solidFill>
            <a:schemeClr val="accent6"/>
          </a:solidFill>
          <a:ln>
            <a:noFill/>
          </a:ln>
        </p:spPr>
        <p:txBody>
          <a:bodyPr spcFirstLastPara="1" wrap="square" lIns="91425" tIns="91425" rIns="91425" bIns="91425" anchor="ctr" anchorCtr="0">
            <a:noAutofit/>
          </a:bodyPr>
          <a:lstStyle/>
          <a:p>
            <a:pPr algn="ctr" defTabSz="914378"/>
            <a:endParaRPr>
              <a:latin typeface="Montserrat"/>
              <a:ea typeface="Montserrat"/>
              <a:cs typeface="Montserrat"/>
              <a:sym typeface="Montserrat"/>
            </a:endParaRPr>
          </a:p>
        </p:txBody>
      </p:sp>
      <p:sp>
        <p:nvSpPr>
          <p:cNvPr id="869" name="Google Shape;869;p91">
            <a:extLst>
              <a:ext uri="{FF2B5EF4-FFF2-40B4-BE49-F238E27FC236}">
                <a16:creationId xmlns:a16="http://schemas.microsoft.com/office/drawing/2014/main" id="{0DC2ECCA-800A-BD4F-4BA2-58740FDCD1EE}"/>
              </a:ext>
            </a:extLst>
          </p:cNvPr>
          <p:cNvSpPr txBox="1">
            <a:spLocks noGrp="1"/>
          </p:cNvSpPr>
          <p:nvPr>
            <p:ph type="subTitle" idx="4294967295"/>
          </p:nvPr>
        </p:nvSpPr>
        <p:spPr>
          <a:xfrm>
            <a:off x="1613874" y="154850"/>
            <a:ext cx="2003530" cy="276900"/>
          </a:xfrm>
          <a:prstGeom prst="rect">
            <a:avLst/>
          </a:prstGeom>
          <a:noFill/>
          <a:ln>
            <a:noFill/>
          </a:ln>
        </p:spPr>
        <p:txBody>
          <a:bodyPr spcFirstLastPara="1" wrap="square" lIns="0" tIns="0" rIns="0" bIns="0" anchor="ctr" anchorCtr="0">
            <a:noAutofit/>
          </a:bodyPr>
          <a:lstStyle/>
          <a:p>
            <a:pPr marL="0" indent="0">
              <a:buClr>
                <a:schemeClr val="dk2"/>
              </a:buClr>
              <a:buSzPts val="1200"/>
              <a:buNone/>
            </a:pPr>
            <a:r>
              <a:rPr lang="en-GB" sz="1200" b="1" dirty="0">
                <a:solidFill>
                  <a:schemeClr val="lt2"/>
                </a:solidFill>
              </a:rPr>
              <a:t>Hamza Jelassi</a:t>
            </a:r>
            <a:endParaRPr sz="1200" b="1" dirty="0">
              <a:solidFill>
                <a:schemeClr val="lt2"/>
              </a:solidFill>
            </a:endParaRPr>
          </a:p>
        </p:txBody>
      </p:sp>
      <p:sp>
        <p:nvSpPr>
          <p:cNvPr id="870" name="Google Shape;870;p91">
            <a:extLst>
              <a:ext uri="{FF2B5EF4-FFF2-40B4-BE49-F238E27FC236}">
                <a16:creationId xmlns:a16="http://schemas.microsoft.com/office/drawing/2014/main" id="{2276CE7D-5B4D-6045-E0EB-C3AC08E9201F}"/>
              </a:ext>
            </a:extLst>
          </p:cNvPr>
          <p:cNvSpPr txBox="1"/>
          <p:nvPr/>
        </p:nvSpPr>
        <p:spPr>
          <a:xfrm>
            <a:off x="3615992" y="66731"/>
            <a:ext cx="5357100" cy="999008"/>
          </a:xfrm>
          <a:prstGeom prst="rect">
            <a:avLst/>
          </a:prstGeom>
          <a:noFill/>
          <a:ln>
            <a:noFill/>
          </a:ln>
        </p:spPr>
        <p:txBody>
          <a:bodyPr spcFirstLastPara="1" wrap="square" lIns="91425" tIns="91425" rIns="91425" bIns="91425" anchor="t" anchorCtr="0">
            <a:noAutofit/>
          </a:bodyPr>
          <a:lstStyle/>
          <a:p>
            <a:pPr marL="63499" algn="just" defTabSz="914378">
              <a:buSzPts val="600"/>
            </a:pPr>
            <a:r>
              <a:rPr lang="fr-FR" sz="800" dirty="0">
                <a:latin typeface="Montserrat"/>
              </a:rPr>
              <a:t>RÉSUMÉ :
Ingénieur IA axé sur les résultats, spécialisé dans les systèmes d'IA de niveau production combinant la génération augmentée par récupération (RAG), les grands modèles de langage (LLM) et les pipelines de données en temps réel. Actuellement en charge du développement de solutions d'IA d'entreprise chez Devoteam Tunisie en tant que copilote IA stratégique pour la direction exécutive. Titulaire de la spécialisation NLP complète de DeepLearning.AI (4 certificats, nov. 2024). Passionné par une IA qui crée un impact commercial mesurable.</a:t>
            </a:r>
            <a:endParaRPr sz="800" dirty="0">
              <a:solidFill>
                <a:srgbClr val="595959"/>
              </a:solidFill>
              <a:latin typeface="Montserrat"/>
              <a:ea typeface="Montserrat"/>
              <a:cs typeface="Montserrat"/>
              <a:sym typeface="Montserrat"/>
            </a:endParaRPr>
          </a:p>
        </p:txBody>
      </p:sp>
      <p:cxnSp>
        <p:nvCxnSpPr>
          <p:cNvPr id="871" name="Google Shape;871;p91">
            <a:extLst>
              <a:ext uri="{FF2B5EF4-FFF2-40B4-BE49-F238E27FC236}">
                <a16:creationId xmlns:a16="http://schemas.microsoft.com/office/drawing/2014/main" id="{5D2FDB83-471C-D5F8-971A-72D4B1D6A61C}"/>
              </a:ext>
            </a:extLst>
          </p:cNvPr>
          <p:cNvCxnSpPr/>
          <p:nvPr/>
        </p:nvCxnSpPr>
        <p:spPr>
          <a:xfrm>
            <a:off x="3616697" y="154850"/>
            <a:ext cx="0" cy="686700"/>
          </a:xfrm>
          <a:prstGeom prst="straightConnector1">
            <a:avLst/>
          </a:prstGeom>
          <a:noFill/>
          <a:ln w="19050" cap="flat" cmpd="sng">
            <a:solidFill>
              <a:schemeClr val="lt2"/>
            </a:solidFill>
            <a:prstDash val="solid"/>
            <a:round/>
            <a:headEnd type="none" w="sm" len="sm"/>
            <a:tailEnd type="none" w="sm" len="sm"/>
          </a:ln>
        </p:spPr>
      </p:cxnSp>
      <p:sp>
        <p:nvSpPr>
          <p:cNvPr id="872" name="Google Shape;872;p91">
            <a:extLst>
              <a:ext uri="{FF2B5EF4-FFF2-40B4-BE49-F238E27FC236}">
                <a16:creationId xmlns:a16="http://schemas.microsoft.com/office/drawing/2014/main" id="{B5A7B248-FF6E-6D0B-A4E7-8D5861EBD330}"/>
              </a:ext>
            </a:extLst>
          </p:cNvPr>
          <p:cNvSpPr/>
          <p:nvPr/>
        </p:nvSpPr>
        <p:spPr>
          <a:xfrm>
            <a:off x="1613875" y="860450"/>
            <a:ext cx="1648500" cy="290700"/>
          </a:xfrm>
          <a:prstGeom prst="roundRect">
            <a:avLst>
              <a:gd name="adj" fmla="val 16667"/>
            </a:avLst>
          </a:prstGeom>
          <a:solidFill>
            <a:schemeClr val="lt1"/>
          </a:solidFill>
          <a:ln>
            <a:noFill/>
          </a:ln>
          <a:effectLst>
            <a:outerShdw blurRad="57150" dist="19050" dir="5400000" algn="bl" rotWithShape="0">
              <a:srgbClr val="000000">
                <a:alpha val="49411"/>
              </a:srgbClr>
            </a:outerShdw>
          </a:effectLst>
        </p:spPr>
        <p:txBody>
          <a:bodyPr spcFirstLastPara="1" wrap="square" lIns="91425" tIns="91425" rIns="91425" bIns="91425" anchor="ctr" anchorCtr="0">
            <a:noAutofit/>
          </a:bodyPr>
          <a:lstStyle/>
          <a:p>
            <a:pPr algn="ctr" defTabSz="914378"/>
            <a:r>
              <a:rPr lang="en-GB" sz="900" b="1" dirty="0">
                <a:solidFill>
                  <a:srgbClr val="EB475E"/>
                </a:solidFill>
                <a:latin typeface="Montserrat"/>
                <a:ea typeface="Montserrat"/>
                <a:cs typeface="Montserrat"/>
                <a:sym typeface="Montserrat"/>
              </a:rPr>
              <a:t/>
            </a:r>
            <a:endParaRPr dirty="0">
              <a:latin typeface="Montserrat"/>
              <a:ea typeface="Montserrat"/>
              <a:cs typeface="Montserrat"/>
              <a:sym typeface="Montserrat"/>
            </a:endParaRPr>
          </a:p>
        </p:txBody>
      </p:sp>
      <p:sp>
        <p:nvSpPr>
          <p:cNvPr id="874" name="Google Shape;874;p91">
            <a:extLst>
              <a:ext uri="{FF2B5EF4-FFF2-40B4-BE49-F238E27FC236}">
                <a16:creationId xmlns:a16="http://schemas.microsoft.com/office/drawing/2014/main" id="{92BA0080-689C-BD8B-439C-BAC02A57C612}"/>
              </a:ext>
            </a:extLst>
          </p:cNvPr>
          <p:cNvSpPr txBox="1"/>
          <p:nvPr/>
        </p:nvSpPr>
        <p:spPr>
          <a:xfrm>
            <a:off x="131077" y="2140702"/>
            <a:ext cx="7909539" cy="151117"/>
          </a:xfrm>
          <a:prstGeom prst="rect">
            <a:avLst/>
          </a:prstGeom>
          <a:noFill/>
          <a:ln>
            <a:noFill/>
          </a:ln>
        </p:spPr>
        <p:txBody>
          <a:bodyPr spcFirstLastPara="1" wrap="square" lIns="90000" tIns="0" rIns="0" bIns="0" anchor="ctr" anchorCtr="0">
            <a:noAutofit/>
          </a:bodyPr>
          <a:lstStyle/>
          <a:p>
            <a:pPr defTabSz="914378"/>
            <a:r>
              <a:rPr lang="en-GB" sz="900" dirty="0">
                <a:solidFill>
                  <a:srgbClr val="F8485E"/>
                </a:solidFill>
                <a:latin typeface="Montserrat SemiBold"/>
                <a:ea typeface="Montserrat SemiBold"/>
                <a:cs typeface="Montserrat SemiBold"/>
                <a:sym typeface="Montserrat SemiBold"/>
              </a:rPr>
              <a:t>Formation </a:t>
            </a:r>
            <a:endParaRPr sz="900" dirty="0">
              <a:solidFill>
                <a:srgbClr val="F8485E"/>
              </a:solidFill>
              <a:latin typeface="Montserrat SemiBold"/>
              <a:ea typeface="Montserrat SemiBold"/>
              <a:cs typeface="Montserrat SemiBold"/>
              <a:sym typeface="Montserrat SemiBold"/>
            </a:endParaRPr>
          </a:p>
        </p:txBody>
      </p:sp>
      <p:sp>
        <p:nvSpPr>
          <p:cNvPr id="877" name="Google Shape;877;p91">
            <a:extLst>
              <a:ext uri="{FF2B5EF4-FFF2-40B4-BE49-F238E27FC236}">
                <a16:creationId xmlns:a16="http://schemas.microsoft.com/office/drawing/2014/main" id="{8F57F1C4-1203-3ECB-B40D-FB8546B243DC}"/>
              </a:ext>
            </a:extLst>
          </p:cNvPr>
          <p:cNvSpPr txBox="1">
            <a:spLocks noGrp="1"/>
          </p:cNvSpPr>
          <p:nvPr>
            <p:ph type="subTitle" idx="4294967295"/>
          </p:nvPr>
        </p:nvSpPr>
        <p:spPr>
          <a:xfrm>
            <a:off x="1613875" y="444175"/>
            <a:ext cx="1747800" cy="360300"/>
          </a:xfrm>
          <a:prstGeom prst="rect">
            <a:avLst/>
          </a:prstGeom>
          <a:noFill/>
          <a:ln>
            <a:noFill/>
          </a:ln>
        </p:spPr>
        <p:txBody>
          <a:bodyPr spcFirstLastPara="1" wrap="square" lIns="0" tIns="0" rIns="0" bIns="0" anchor="ctr" anchorCtr="0">
            <a:noAutofit/>
          </a:bodyPr>
          <a:lstStyle/>
          <a:p>
            <a:pPr marL="0" indent="0">
              <a:spcAft>
                <a:spcPts val="1200"/>
              </a:spcAft>
              <a:buClr>
                <a:schemeClr val="dk1"/>
              </a:buClr>
              <a:buSzPts val="800"/>
              <a:buNone/>
            </a:pPr>
            <a:r>
              <a:rPr lang="en-GB" sz="900" b="1" dirty="0">
                <a:solidFill>
                  <a:schemeClr val="dk1"/>
                </a:solidFill>
              </a:rPr>
              <a:t>AI Engineer &amp; Full-Stack Developer</a:t>
            </a:r>
            <a:endParaRPr sz="900" b="1" dirty="0">
              <a:solidFill>
                <a:schemeClr val="dk1"/>
              </a:solidFill>
            </a:endParaRPr>
          </a:p>
        </p:txBody>
      </p:sp>
      <p:cxnSp>
        <p:nvCxnSpPr>
          <p:cNvPr id="878" name="Google Shape;878;p91">
            <a:extLst>
              <a:ext uri="{FF2B5EF4-FFF2-40B4-BE49-F238E27FC236}">
                <a16:creationId xmlns:a16="http://schemas.microsoft.com/office/drawing/2014/main" id="{BF457A0F-436C-C492-EB9D-B3920614B8DF}"/>
              </a:ext>
            </a:extLst>
          </p:cNvPr>
          <p:cNvCxnSpPr/>
          <p:nvPr/>
        </p:nvCxnSpPr>
        <p:spPr>
          <a:xfrm>
            <a:off x="-5911630" y="4639531"/>
            <a:ext cx="0" cy="350700"/>
          </a:xfrm>
          <a:prstGeom prst="straightConnector1">
            <a:avLst/>
          </a:prstGeom>
          <a:noFill/>
          <a:ln w="9525" cap="flat" cmpd="sng">
            <a:solidFill>
              <a:schemeClr val="lt2"/>
            </a:solidFill>
            <a:prstDash val="solid"/>
            <a:round/>
            <a:headEnd type="none" w="sm" len="sm"/>
            <a:tailEnd type="none" w="sm" len="sm"/>
          </a:ln>
        </p:spPr>
      </p:cxnSp>
      <p:sp>
        <p:nvSpPr>
          <p:cNvPr id="879" name="Google Shape;879;p91">
            <a:extLst>
              <a:ext uri="{FF2B5EF4-FFF2-40B4-BE49-F238E27FC236}">
                <a16:creationId xmlns:a16="http://schemas.microsoft.com/office/drawing/2014/main" id="{09BFD0FF-EF97-423E-7ED3-074E5139A1E0}"/>
              </a:ext>
            </a:extLst>
          </p:cNvPr>
          <p:cNvSpPr txBox="1"/>
          <p:nvPr/>
        </p:nvSpPr>
        <p:spPr>
          <a:xfrm>
            <a:off x="131076" y="2327844"/>
            <a:ext cx="3978000" cy="186118"/>
          </a:xfrm>
          <a:prstGeom prst="rect">
            <a:avLst/>
          </a:prstGeom>
          <a:noFill/>
          <a:ln>
            <a:noFill/>
          </a:ln>
        </p:spPr>
        <p:txBody>
          <a:bodyPr spcFirstLastPara="1" wrap="square" lIns="91425" tIns="0" rIns="91425" bIns="91425" anchor="t" anchorCtr="0">
            <a:noAutofit/>
          </a:bodyPr>
          <a:lstStyle/>
          <a:p>
            <a:pPr algn="just" defTabSz="914378"/>
            <a:r>
              <a:rPr sz="750"/>
              <a:t>Computer Engineering - Data Science - ESPRIT (2025)</a:t>
            </a:r>
          </a:p>
          <a:p>
            <a:r>
              <a:rPr sz="750"/>
              <a:t>Pre-Engineering Degree - Mathematics/Physics - IPEIT (2019-2022)</a:t>
            </a:r>
          </a:p>
        </p:txBody>
      </p:sp>
      <p:sp>
        <p:nvSpPr>
          <p:cNvPr id="881" name="Google Shape;881;p91">
            <a:extLst>
              <a:ext uri="{FF2B5EF4-FFF2-40B4-BE49-F238E27FC236}">
                <a16:creationId xmlns:a16="http://schemas.microsoft.com/office/drawing/2014/main" id="{7246D18B-D38D-D65C-14FD-C441A59F911E}"/>
              </a:ext>
            </a:extLst>
          </p:cNvPr>
          <p:cNvSpPr txBox="1"/>
          <p:nvPr/>
        </p:nvSpPr>
        <p:spPr>
          <a:xfrm>
            <a:off x="77051" y="1435442"/>
            <a:ext cx="4153168" cy="1571595"/>
          </a:xfrm>
          <a:prstGeom prst="rect">
            <a:avLst/>
          </a:prstGeom>
          <a:noFill/>
          <a:ln>
            <a:noFill/>
          </a:ln>
        </p:spPr>
        <p:txBody>
          <a:bodyPr spcFirstLastPara="1" wrap="square" lIns="90000" tIns="0" rIns="0" bIns="0" anchor="t" anchorCtr="0">
            <a:noAutofit/>
          </a:bodyPr>
          <a:lstStyle/>
          <a:p>
            <a:pPr marL="177796" indent="-114297" algn="just" defTabSz="914378">
              <a:buSzPts val="600"/>
              <a:buFont typeface="Montserrat"/>
              <a:buChar char="●"/>
            </a:pPr>
            <a:r>
              <a:rPr sz="800"/>
              <a:t>Python  •  JavaScript  •  SQL  •  RAG  •  LLM  •  NLP  •  FastAPI  •  Flask  •  LlamaIndex  •  OpenAI API  •  ChromaDB  •  HuggingFace Transformers  •  Git  •  REST APIs  •  Docker</a:t>
            </a:r>
          </a:p>
        </p:txBody>
      </p:sp>
      <p:sp>
        <p:nvSpPr>
          <p:cNvPr id="882" name="Google Shape;882;p91">
            <a:extLst>
              <a:ext uri="{FF2B5EF4-FFF2-40B4-BE49-F238E27FC236}">
                <a16:creationId xmlns:a16="http://schemas.microsoft.com/office/drawing/2014/main" id="{B0E0FB76-1CAC-5F96-CCA8-56998512189B}"/>
              </a:ext>
            </a:extLst>
          </p:cNvPr>
          <p:cNvSpPr txBox="1"/>
          <p:nvPr/>
        </p:nvSpPr>
        <p:spPr>
          <a:xfrm>
            <a:off x="4636180" y="1607667"/>
            <a:ext cx="3972821" cy="775933"/>
          </a:xfrm>
          <a:prstGeom prst="rect">
            <a:avLst/>
          </a:prstGeom>
          <a:noFill/>
          <a:ln>
            <a:noFill/>
          </a:ln>
        </p:spPr>
        <p:txBody>
          <a:bodyPr spcFirstLastPara="1" wrap="square" lIns="90000" tIns="0" rIns="0" bIns="0" anchor="t" anchorCtr="0">
            <a:noAutofit/>
          </a:bodyPr>
          <a:lstStyle/>
          <a:p>
            <a:r>
              <a:rPr b="1" sz="800"/>
              <a:t>Tunisian banks | AI Engineer &amp; Full-Stack Developer :</a:t>
            </a:r>
            <a:endParaRPr lang="fr-FR" sz="825" b="1" dirty="0"/>
          </a:p>
          <a:p>
            <a:pPr marL="128588" indent="-128588">
              <a:buFont typeface="Arial"/>
              <a:buChar char="•"/>
            </a:pPr>
            <a:r>
              <a:rPr sz="800"/>
              <a:t>Conception d'un pipeline d'intelligence documentaire utilisant python-docx pour extraire des données BIA structurées à partir de fiches Word avec détection de tableaux par empreinte d'en-tête, robuste pour tout format de…</a:t>
            </a:r>
          </a:p>
          <a:p>
            <a:pPr marL="128588" indent="-128588">
              <a:buFont typeface="Arial"/>
              <a:buChar char="•"/>
            </a:pPr>
            <a:r>
              <a:rPr sz="800"/>
              <a:t>Mise en œuvre de la propagation DMIA en temps réel de la synthèse Excel vers toutes les fiches Word liées, avec fuzzy matching via rapidfuzz pour gérer les variations de noms de départements dans les modèles des clients.</a:t>
            </a:r>
          </a:p>
          <a:p>
            <a:pPr marL="128588" indent="-128588">
              <a:buFont typeface="Arial"/>
              <a:buChar char="•"/>
            </a:pPr>
            <a:r>
              <a:rPr sz="800"/>
              <a:t>Construction d'une application monopage complète pour la création et l'édition de fiches BIA dans le navigateur, avec un moteur de suggestion DMIA en direct alimenté par les données d'activité historique SQLite issues d'…</a:t>
            </a:r>
          </a:p>
          <a:p>
            <a:pPr marL="128588" indent="-128588">
              <a:buFont typeface="Arial"/>
              <a:buChar char="•"/>
            </a:pPr>
            <a:r>
              <a:rPr sz="800"/>
              <a:t>Développement d'un système de recommandation intelligent interrogeant les données d'activité historique par correspondance exacte et par mots-clés, faisant ressortir les valeurs DMIA de référence à partir de projets BIA…</a:t>
            </a:r>
          </a:p>
          <a:p>
            <a:pPr marL="128588" indent="-128588">
              <a:buFont typeface="Arial"/>
              <a:buChar char="•"/>
            </a:pPr>
            <a:r>
              <a:rPr sz="800"/>
              <a:t>Création d'un visualiseur d'organigramme interactif analysant les fichiers Excel de synthèse pour rendre les hiérarchies de départements avec des cartes thermiques DMIA (critique/modéré/faible) pour le reporting BCP de n…</a:t>
            </a:r>
          </a:p>
        </p:txBody>
      </p:sp>
      <p:sp>
        <p:nvSpPr>
          <p:cNvPr id="883" name="Google Shape;883;p91">
            <a:extLst>
              <a:ext uri="{FF2B5EF4-FFF2-40B4-BE49-F238E27FC236}">
                <a16:creationId xmlns:a16="http://schemas.microsoft.com/office/drawing/2014/main" id="{2FDA7F64-76DE-6428-007B-88330B99488D}"/>
              </a:ext>
            </a:extLst>
          </p:cNvPr>
          <p:cNvSpPr txBox="1"/>
          <p:nvPr/>
        </p:nvSpPr>
        <p:spPr>
          <a:xfrm>
            <a:off x="134011" y="1188802"/>
            <a:ext cx="3851466" cy="217382"/>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Compétences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
        <p:nvSpPr>
          <p:cNvPr id="885" name="Google Shape;885;p91">
            <a:extLst>
              <a:ext uri="{FF2B5EF4-FFF2-40B4-BE49-F238E27FC236}">
                <a16:creationId xmlns:a16="http://schemas.microsoft.com/office/drawing/2014/main" id="{6D45ECEE-73FB-7E87-2AC2-B5229EF62197}"/>
              </a:ext>
            </a:extLst>
          </p:cNvPr>
          <p:cNvSpPr txBox="1"/>
          <p:nvPr/>
        </p:nvSpPr>
        <p:spPr>
          <a:xfrm>
            <a:off x="134011" y="2570363"/>
            <a:ext cx="4200771" cy="224966"/>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Réalisations</a:t>
            </a:r>
            <a:r>
              <a:rPr lang="en-GB" sz="900" dirty="0">
                <a:solidFill>
                  <a:srgbClr val="F8485E"/>
                </a:solidFill>
                <a:latin typeface="Montserrat SemiBold"/>
                <a:ea typeface="Montserrat SemiBold"/>
                <a:cs typeface="Montserrat SemiBold"/>
                <a:sym typeface="Montserrat SemiBold"/>
              </a:rPr>
              <a:t> &amp; </a:t>
            </a:r>
            <a:r>
              <a:rPr lang="en-GB" sz="900" dirty="0" err="1">
                <a:solidFill>
                  <a:srgbClr val="F8485E"/>
                </a:solidFill>
                <a:latin typeface="Montserrat SemiBold"/>
                <a:ea typeface="Montserrat SemiBold"/>
                <a:cs typeface="Montserrat SemiBold"/>
                <a:sym typeface="Montserrat SemiBold"/>
              </a:rPr>
              <a:t>Références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
        <p:nvSpPr>
          <p:cNvPr id="887" name="Google Shape;887;p91">
            <a:extLst>
              <a:ext uri="{FF2B5EF4-FFF2-40B4-BE49-F238E27FC236}">
                <a16:creationId xmlns:a16="http://schemas.microsoft.com/office/drawing/2014/main" id="{F05C4E19-F979-09C7-8840-72F2C08EB011}"/>
              </a:ext>
            </a:extLst>
          </p:cNvPr>
          <p:cNvSpPr txBox="1"/>
          <p:nvPr/>
        </p:nvSpPr>
        <p:spPr>
          <a:xfrm>
            <a:off x="110444" y="2812058"/>
            <a:ext cx="4200769" cy="1913279"/>
          </a:xfrm>
          <a:prstGeom prst="rect">
            <a:avLst/>
          </a:prstGeom>
          <a:noFill/>
          <a:ln>
            <a:noFill/>
          </a:ln>
        </p:spPr>
        <p:txBody>
          <a:bodyPr spcFirstLastPara="1" wrap="square" lIns="90000" tIns="0" rIns="0" bIns="0" anchor="t" anchorCtr="0">
            <a:noAutofit/>
          </a:bodyPr>
          <a:lstStyle/>
          <a:p>
            <a:pPr marL="63499" algn="just" defTabSz="914378">
              <a:buSzPts val="600"/>
            </a:pPr>
            <a:r>
              <a:rPr b="1" sz="800"/>
              <a:t>Devoteam Tunisia | AI Conversational Agent Developer :</a:t>
            </a:r>
          </a:p>
          <a:p>
            <a:pPr marL="128588" indent="-128588">
              <a:buFont typeface="Arial"/>
              <a:buChar char="•"/>
            </a:pPr>
            <a:r>
              <a:rPr sz="800"/>
              <a:t>Mise en œuvre d'un système de recherche vectorielle utilisant LlamaIndex et le modèle d'embedding bge-large-en-v1.5 pour indexer et interroger simultanément des corpus de données PDF et des extractions de web scraping.</a:t>
            </a:r>
          </a:p>
          <a:p>
            <a:pPr marL="128588" indent="-128588">
              <a:buFont typeface="Arial"/>
              <a:buChar char="•"/>
            </a:pPr>
            <a:r>
              <a:rPr sz="800"/>
              <a:t>Développement d'un système de gestion des préréglages (Direct, Détaillé, Analytique, Coaching, Stratégique) permettant la modification instantanée du ton de l'IA et de la structure de réponse via des commandes en langage…</a:t>
            </a:r>
          </a:p>
          <a:p>
            <a:pPr marL="128588" indent="-128588">
              <a:buFont typeface="Arial"/>
              <a:buChar char="•"/>
            </a:pPr>
            <a:r>
              <a:rPr sz="800"/>
              <a:t>Création d'un module capable de détecter les lacunes d'information de l'IA, de solliciter les données manquantes auprès de l'utilisateur et de les intégrer dans la base vectorielle en temps réel après authentification.</a:t>
            </a:r>
          </a:p>
          <a:p>
            <a:pPr marL="128588" indent="-128588">
              <a:buFont typeface="Arial"/>
              <a:buChar char="•"/>
            </a:pPr>
            <a:r>
              <a:rPr sz="800"/>
              <a:t>Établissement d'un flux de correction prioritaire permettant au PDG de rectifier directement les réponses de l'IA ; ces corrections sont vectorisées et injectées avec une priorité absolue dans le contexte des requêtes fu…</a:t>
            </a:r>
          </a:p>
          <a:p>
            <a:pPr marL="128588" indent="-128588">
              <a:buFont typeface="Arial"/>
              <a:buChar char="•"/>
            </a:pPr>
            <a:r>
              <a:rPr sz="800"/>
              <a:t>Déploiement d'un système de désinfection différentielle utilisant bleach pour les requêtes standard et une optimisation légère pour les entrées de connaissances à haut volume allant jusqu'à 100 000 caractères.</a:t>
            </a:r>
          </a:p>
        </p:txBody>
      </p:sp>
      <p:pic>
        <p:nvPicPr>
          <p:cNvPr id="9" name="Picture 8" descr="BNP Paribas APM | Secure Bank Transfers via BNP Paribas (Poland) | Nuvei">
            <a:extLst>
              <a:ext uri="{FF2B5EF4-FFF2-40B4-BE49-F238E27FC236}">
                <a16:creationId xmlns:a16="http://schemas.microsoft.com/office/drawing/2014/main" id="{31D844EB-1213-51E4-168A-C35FE5FAC789}"/>
              </a:ext>
            </a:extLst>
          </p:cNvPr>
          <p:cNvPicPr>
            <a:picLocks noChangeAspect="1"/>
          </p:cNvPicPr>
          <p:nvPr/>
        </p:nvPicPr>
        <p:blipFill>
          <a:blip r:embed="rId4"/>
          <a:srcRect l="8215" t="18070" r="9473" b="17869"/>
          <a:stretch>
            <a:fillRect/>
          </a:stretch>
        </p:blipFill>
        <p:spPr>
          <a:xfrm>
            <a:off x="5397451" y="1131194"/>
            <a:ext cx="956167" cy="464925"/>
          </a:xfrm>
          <a:prstGeom prst="rect">
            <a:avLst/>
          </a:prstGeom>
        </p:spPr>
      </p:pic>
      <p:pic>
        <p:nvPicPr>
          <p:cNvPr id="11" name="Google Shape;899;p91">
            <a:extLst>
              <a:ext uri="{FF2B5EF4-FFF2-40B4-BE49-F238E27FC236}">
                <a16:creationId xmlns:a16="http://schemas.microsoft.com/office/drawing/2014/main" id="{5C09DBA2-1B50-1880-19A2-A132262DC376}"/>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3982618" y="1249398"/>
            <a:ext cx="1098496" cy="247462"/>
          </a:xfrm>
          <a:prstGeom prst="rect">
            <a:avLst/>
          </a:prstGeom>
          <a:noFill/>
          <a:ln>
            <a:noFill/>
          </a:ln>
        </p:spPr>
      </p:pic>
      <p:pic>
        <p:nvPicPr>
          <p:cNvPr id="13" name="Picture 12" descr="BMCI Groupe BNP Paribas">
            <a:extLst>
              <a:ext uri="{FF2B5EF4-FFF2-40B4-BE49-F238E27FC236}">
                <a16:creationId xmlns:a16="http://schemas.microsoft.com/office/drawing/2014/main" id="{3AC2A943-C18C-CDED-2A1D-86F5378644D2}"/>
              </a:ext>
            </a:extLst>
          </p:cNvPr>
          <p:cNvPicPr>
            <a:picLocks noChangeAspect="1"/>
          </p:cNvPicPr>
          <p:nvPr/>
        </p:nvPicPr>
        <p:blipFill>
          <a:blip r:embed="rId6"/>
          <a:srcRect t="24731" b="19549"/>
          <a:stretch>
            <a:fillRect/>
          </a:stretch>
        </p:blipFill>
        <p:spPr>
          <a:xfrm>
            <a:off x="6523865" y="1065467"/>
            <a:ext cx="1108647" cy="617743"/>
          </a:xfrm>
          <a:prstGeom prst="rect">
            <a:avLst/>
          </a:prstGeom>
        </p:spPr>
      </p:pic>
      <p:pic>
        <p:nvPicPr>
          <p:cNvPr id="15" name="Picture 14" descr="UBCI | Nous connaitre">
            <a:extLst>
              <a:ext uri="{FF2B5EF4-FFF2-40B4-BE49-F238E27FC236}">
                <a16:creationId xmlns:a16="http://schemas.microsoft.com/office/drawing/2014/main" id="{BE5555BB-11F5-F0E8-34B2-7C2C920BB064}"/>
              </a:ext>
            </a:extLst>
          </p:cNvPr>
          <p:cNvPicPr>
            <a:picLocks noChangeAspect="1"/>
          </p:cNvPicPr>
          <p:nvPr/>
        </p:nvPicPr>
        <p:blipFill>
          <a:blip r:embed="rId7"/>
          <a:stretch>
            <a:fillRect/>
          </a:stretch>
        </p:blipFill>
        <p:spPr>
          <a:xfrm>
            <a:off x="7900400" y="1249398"/>
            <a:ext cx="929493" cy="279603"/>
          </a:xfrm>
          <a:prstGeom prst="rect">
            <a:avLst/>
          </a:prstGeom>
        </p:spPr>
      </p:pic>
    </p:spTree>
    <p:extLst>
      <p:ext uri="{BB962C8B-B14F-4D97-AF65-F5344CB8AC3E}">
        <p14:creationId xmlns:p14="http://schemas.microsoft.com/office/powerpoint/2010/main" val="3055599618"/>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887;p91">
            <a:extLst>
              <a:ext uri="{FF2B5EF4-FFF2-40B4-BE49-F238E27FC236}">
                <a16:creationId xmlns:a16="http://schemas.microsoft.com/office/drawing/2014/main" id="{75E7FD45-5803-00D2-219B-FF2A18F0FF14}"/>
              </a:ext>
            </a:extLst>
          </p:cNvPr>
          <p:cNvSpPr txBox="1"/>
          <p:nvPr/>
        </p:nvSpPr>
        <p:spPr>
          <a:xfrm>
            <a:off x="238561" y="1946438"/>
            <a:ext cx="3936530" cy="1913279"/>
          </a:xfrm>
          <a:prstGeom prst="rect">
            <a:avLst/>
          </a:prstGeom>
          <a:noFill/>
          <a:ln>
            <a:noFill/>
          </a:ln>
        </p:spPr>
        <p:txBody>
          <a:bodyPr spcFirstLastPara="1" wrap="square" lIns="90000" tIns="0" rIns="0" bIns="0" anchor="t" anchorCtr="0">
            <a:noAutofit/>
          </a:bodyPr>
          <a:lstStyle/>
          <a:p>
            <a:pPr marL="63499" algn="just" defTabSz="914378">
              <a:buSzPts val="600"/>
            </a:pPr>
            <a:r>
              <a:rPr b="1" sz="800"/>
              <a:t>Devoteam Tunisia | AI Developer &amp; Process Automation Specialist :</a:t>
            </a:r>
          </a:p>
          <a:p>
            <a:pPr marL="128588" indent="-128588">
              <a:buFont typeface="Arial"/>
              <a:buChar char="•"/>
            </a:pPr>
            <a:r>
              <a:rPr sz="800"/>
              <a:t>Développement d'un moteur de collecte séquentiel capable de guider les utilisateurs à travers des cadres d'évaluation professionnelle complexes (axes et sous-axes métier).</a:t>
            </a:r>
          </a:p>
          <a:p>
            <a:pPr marL="128588" indent="-128588">
              <a:buFont typeface="Arial"/>
              <a:buChar char="•"/>
            </a:pPr>
            <a:r>
              <a:rPr sz="800"/>
              <a:t>Assurance d'une collecte d'informations exhaustive en imposant une validation multi-étapes pour chaque entrée, incluant la réponse initiale, la justification, des exemples concrets et les leçons apprises.</a:t>
            </a:r>
          </a:p>
          <a:p>
            <a:pPr marL="128588" indent="-128588">
              <a:buFont typeface="Arial"/>
              <a:buChar char="•"/>
            </a:pPr>
            <a:r>
              <a:rPr sz="800"/>
              <a:t>Conception de prompts système dynamiques utilisant GPT-4o pour gérer les transitions naturelles entre les sujets et adapter le questionnement en fonction de l'état d'avancement de l'utilisateur.</a:t>
            </a:r>
          </a:p>
          <a:p>
            <a:pPr marL="128588" indent="-128588">
              <a:buFont typeface="Arial"/>
              <a:buChar char="•"/>
            </a:pPr>
            <a:r>
              <a:rPr sz="800"/>
              <a:t>Mise en œuvre d'un système de gestion de session robuste permettant la reprise fluide d'audits interrompus (« logique de retour utilisateur ») avec sauvegarde incrémentale immédiate vers Excel via Pandas.</a:t>
            </a:r>
          </a:p>
          <a:p>
            <a:pPr marL="128588" indent="-128588">
              <a:buFont typeface="Arial"/>
              <a:buChar char="•"/>
            </a:pPr>
            <a:r>
              <a:rPr sz="800"/>
              <a:t>Construction d'une application de bureau utilisant Flask pour la logique backend et le threading afin de gérer l'interaction utilisateur automatisée basée sur navigateur dans des environnements locaux sécurisés.</a:t>
            </a:r>
          </a:p>
          <a:p>
            <a:pPr marL="128588" indent="-128588">
              <a:buFont typeface="Arial"/>
              <a:buChar char="•"/>
            </a:pPr>
            <a:r>
              <a:rPr sz="800"/>
              <a:t>Intégration de fonctions utilitaires pour le nettoyage automatisé des données, la gestion des valeurs nulles et la synchronisation en temps réel entre l'agent IA et les fichiers de stockage physiques.</a:t>
            </a:r>
          </a:p>
          <a:p>
            <a:pPr marL="128588" indent="-128588">
              <a:buFont typeface="Arial"/>
              <a:buChar char="•"/>
            </a:pPr>
            <a:r>
              <a:rPr sz="800"/>
              <a:t>Développement de mécanismes d'interception de commandes (par ex. « STOP », « FIN ») et de messages d'accueil personnalisés basés sur l'analyse sémantique du travail terminé versus en attente.</a:t>
            </a:r>
          </a:p>
        </p:txBody>
      </p:sp>
      <p:sp>
        <p:nvSpPr>
          <p:cNvPr id="5" name="ZoneTexte 4">
            <a:extLst>
              <a:ext uri="{FF2B5EF4-FFF2-40B4-BE49-F238E27FC236}">
                <a16:creationId xmlns:a16="http://schemas.microsoft.com/office/drawing/2014/main" id="{D856CE3F-5B02-8F7E-C625-6F3B45A47E98}"/>
              </a:ext>
            </a:extLst>
          </p:cNvPr>
          <p:cNvSpPr txBox="1"/>
          <p:nvPr/>
        </p:nvSpPr>
        <p:spPr>
          <a:xfrm>
            <a:off x="4386106" y="1946438"/>
            <a:ext cx="4572627" cy="1446550"/>
          </a:xfrm>
          <a:prstGeom prst="rect">
            <a:avLst/>
          </a:prstGeom>
          <a:noFill/>
        </p:spPr>
        <p:txBody>
          <a:bodyPr wrap="square">
            <a:spAutoFit/>
          </a:bodyPr>
          <a:lstStyle/>
          <a:p>
            <a:pPr marL="63499" algn="just" defTabSz="914378">
              <a:buSzPts val="600"/>
            </a:pPr>
          </a:p>
        </p:txBody>
      </p:sp>
      <p:sp>
        <p:nvSpPr>
          <p:cNvPr id="10" name="Google Shape;868;p91">
            <a:extLst>
              <a:ext uri="{FF2B5EF4-FFF2-40B4-BE49-F238E27FC236}">
                <a16:creationId xmlns:a16="http://schemas.microsoft.com/office/drawing/2014/main" id="{5EE19B54-28D4-913F-4DE6-32AFED007C46}"/>
              </a:ext>
            </a:extLst>
          </p:cNvPr>
          <p:cNvSpPr/>
          <p:nvPr/>
        </p:nvSpPr>
        <p:spPr>
          <a:xfrm>
            <a:off x="0" y="0"/>
            <a:ext cx="9144000" cy="1051800"/>
          </a:xfrm>
          <a:prstGeom prst="rect">
            <a:avLst/>
          </a:prstGeom>
          <a:solidFill>
            <a:schemeClr val="accent6"/>
          </a:solidFill>
          <a:ln>
            <a:noFill/>
          </a:ln>
        </p:spPr>
        <p:txBody>
          <a:bodyPr spcFirstLastPara="1" wrap="square" lIns="91425" tIns="91425" rIns="91425" bIns="91425" anchor="ctr" anchorCtr="0">
            <a:noAutofit/>
          </a:bodyPr>
          <a:lstStyle/>
          <a:p>
            <a:pPr algn="ctr" defTabSz="914378"/>
            <a:endParaRPr>
              <a:latin typeface="Montserrat"/>
              <a:ea typeface="Montserrat"/>
              <a:cs typeface="Montserrat"/>
              <a:sym typeface="Montserrat"/>
            </a:endParaRPr>
          </a:p>
        </p:txBody>
      </p:sp>
      <p:sp>
        <p:nvSpPr>
          <p:cNvPr id="11" name="Google Shape;869;p91">
            <a:extLst>
              <a:ext uri="{FF2B5EF4-FFF2-40B4-BE49-F238E27FC236}">
                <a16:creationId xmlns:a16="http://schemas.microsoft.com/office/drawing/2014/main" id="{1D2C9E3B-6CFA-9A6C-2438-DCFDAEFBACD8}"/>
              </a:ext>
            </a:extLst>
          </p:cNvPr>
          <p:cNvSpPr txBox="1">
            <a:spLocks/>
          </p:cNvSpPr>
          <p:nvPr/>
        </p:nvSpPr>
        <p:spPr>
          <a:xfrm>
            <a:off x="1613874" y="154850"/>
            <a:ext cx="2003530" cy="2769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pPr marL="0" indent="0">
              <a:buClr>
                <a:schemeClr val="dk2"/>
              </a:buClr>
              <a:buSzPts val="1200"/>
              <a:buFont typeface="Montserrat"/>
              <a:buNone/>
            </a:pPr>
            <a:r>
              <a:rPr lang="en-GB" sz="1200" b="1">
                <a:solidFill>
                  <a:schemeClr val="lt2"/>
                </a:solidFill>
              </a:rPr>
              <a:t>Hamza Jelassi</a:t>
            </a:r>
            <a:endParaRPr lang="en-GB" sz="1200" b="1" dirty="0">
              <a:solidFill>
                <a:schemeClr val="lt2"/>
              </a:solidFill>
            </a:endParaRPr>
          </a:p>
        </p:txBody>
      </p:sp>
      <p:sp>
        <p:nvSpPr>
          <p:cNvPr id="15" name="Google Shape;877;p91">
            <a:extLst>
              <a:ext uri="{FF2B5EF4-FFF2-40B4-BE49-F238E27FC236}">
                <a16:creationId xmlns:a16="http://schemas.microsoft.com/office/drawing/2014/main" id="{46B8542A-36C5-3E7D-9D43-8569E6C1B522}"/>
              </a:ext>
            </a:extLst>
          </p:cNvPr>
          <p:cNvSpPr txBox="1">
            <a:spLocks/>
          </p:cNvSpPr>
          <p:nvPr/>
        </p:nvSpPr>
        <p:spPr>
          <a:xfrm>
            <a:off x="1613875" y="444175"/>
            <a:ext cx="1747800" cy="3603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1pPr>
            <a:lvl2pPr marL="914400" marR="0" lvl="1"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2pPr>
            <a:lvl3pPr marL="1371600" marR="0" lvl="2"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3pPr>
            <a:lvl4pPr marL="1828800" marR="0" lvl="3"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4pPr>
            <a:lvl5pPr marL="2286000" marR="0" lvl="4"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5pPr>
            <a:lvl6pPr marL="2743200" marR="0" lvl="5"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6pPr>
            <a:lvl7pPr marL="3200400" marR="0" lvl="6"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7pPr>
            <a:lvl8pPr marL="3657600" marR="0" lvl="7"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8pPr>
            <a:lvl9pPr marL="4114800" marR="0" lvl="8" indent="-298450" algn="l" rtl="0">
              <a:lnSpc>
                <a:spcPct val="100000"/>
              </a:lnSpc>
              <a:spcBef>
                <a:spcPts val="0"/>
              </a:spcBef>
              <a:spcAft>
                <a:spcPts val="0"/>
              </a:spcAft>
              <a:buClr>
                <a:srgbClr val="000000"/>
              </a:buClr>
              <a:buSzPts val="1100"/>
              <a:buFont typeface="Montserrat"/>
              <a:buChar char="■"/>
              <a:defRPr sz="1100" b="0" i="0" u="none" strike="noStrike" cap="none">
                <a:solidFill>
                  <a:srgbClr val="000000"/>
                </a:solidFill>
                <a:latin typeface="Montserrat"/>
                <a:ea typeface="Montserrat"/>
                <a:cs typeface="Montserrat"/>
                <a:sym typeface="Montserrat"/>
              </a:defRPr>
            </a:lvl9pPr>
          </a:lstStyle>
          <a:p>
            <a:pPr marL="0" indent="0">
              <a:spcAft>
                <a:spcPts val="1200"/>
              </a:spcAft>
              <a:buClr>
                <a:schemeClr val="dk1"/>
              </a:buClr>
              <a:buSzPts val="800"/>
              <a:buFont typeface="Montserrat"/>
              <a:buNone/>
            </a:pPr>
            <a:r>
              <a:rPr lang="en-GB" sz="900" b="1">
                <a:solidFill>
                  <a:schemeClr val="dk1"/>
                </a:solidFill>
              </a:rPr>
              <a:t>AI Engineer &amp; Full-Stack Developer</a:t>
            </a:r>
            <a:endParaRPr lang="en-GB" sz="900" b="1" dirty="0">
              <a:solidFill>
                <a:schemeClr val="dk1"/>
              </a:solidFill>
            </a:endParaRPr>
          </a:p>
        </p:txBody>
      </p:sp>
      <p:pic>
        <p:nvPicPr>
          <p:cNvPr id="18" name="Picture 17" descr="BNP Paribas APM | Secure Bank Transfers via BNP Paribas (Poland) | Nuvei">
            <a:extLst>
              <a:ext uri="{FF2B5EF4-FFF2-40B4-BE49-F238E27FC236}">
                <a16:creationId xmlns:a16="http://schemas.microsoft.com/office/drawing/2014/main" id="{CA14C6B4-5380-4FE3-15CA-75490A2776B2}"/>
              </a:ext>
            </a:extLst>
          </p:cNvPr>
          <p:cNvPicPr>
            <a:picLocks noChangeAspect="1"/>
          </p:cNvPicPr>
          <p:nvPr/>
        </p:nvPicPr>
        <p:blipFill>
          <a:blip r:embed="rId3"/>
          <a:srcRect l="8215" t="18070" r="9473" b="17869"/>
          <a:stretch>
            <a:fillRect/>
          </a:stretch>
        </p:blipFill>
        <p:spPr>
          <a:xfrm>
            <a:off x="5397451" y="1131194"/>
            <a:ext cx="956167" cy="464925"/>
          </a:xfrm>
          <a:prstGeom prst="rect">
            <a:avLst/>
          </a:prstGeom>
        </p:spPr>
      </p:pic>
      <p:pic>
        <p:nvPicPr>
          <p:cNvPr id="20" name="Google Shape;899;p91">
            <a:extLst>
              <a:ext uri="{FF2B5EF4-FFF2-40B4-BE49-F238E27FC236}">
                <a16:creationId xmlns:a16="http://schemas.microsoft.com/office/drawing/2014/main" id="{60E9E407-A7A1-FAEC-0D77-C01E7089B582}"/>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982618" y="1249398"/>
            <a:ext cx="1098496" cy="247462"/>
          </a:xfrm>
          <a:prstGeom prst="rect">
            <a:avLst/>
          </a:prstGeom>
          <a:noFill/>
          <a:ln>
            <a:noFill/>
          </a:ln>
        </p:spPr>
      </p:pic>
      <p:pic>
        <p:nvPicPr>
          <p:cNvPr id="22" name="Picture 21" descr="BMCI Groupe BNP Paribas">
            <a:extLst>
              <a:ext uri="{FF2B5EF4-FFF2-40B4-BE49-F238E27FC236}">
                <a16:creationId xmlns:a16="http://schemas.microsoft.com/office/drawing/2014/main" id="{758FFA84-6019-AA42-10EB-BEA554BEF4C2}"/>
              </a:ext>
            </a:extLst>
          </p:cNvPr>
          <p:cNvPicPr>
            <a:picLocks noChangeAspect="1"/>
          </p:cNvPicPr>
          <p:nvPr/>
        </p:nvPicPr>
        <p:blipFill>
          <a:blip r:embed="rId5"/>
          <a:srcRect t="24731" b="19549"/>
          <a:stretch>
            <a:fillRect/>
          </a:stretch>
        </p:blipFill>
        <p:spPr>
          <a:xfrm>
            <a:off x="6523865" y="1065467"/>
            <a:ext cx="1108647" cy="617743"/>
          </a:xfrm>
          <a:prstGeom prst="rect">
            <a:avLst/>
          </a:prstGeom>
        </p:spPr>
      </p:pic>
      <p:pic>
        <p:nvPicPr>
          <p:cNvPr id="24" name="Picture 23" descr="UBCI | Nous connaitre">
            <a:extLst>
              <a:ext uri="{FF2B5EF4-FFF2-40B4-BE49-F238E27FC236}">
                <a16:creationId xmlns:a16="http://schemas.microsoft.com/office/drawing/2014/main" id="{E720C7A7-E968-70D6-0015-59606F9F017E}"/>
              </a:ext>
            </a:extLst>
          </p:cNvPr>
          <p:cNvPicPr>
            <a:picLocks noChangeAspect="1"/>
          </p:cNvPicPr>
          <p:nvPr/>
        </p:nvPicPr>
        <p:blipFill>
          <a:blip r:embed="rId6"/>
          <a:stretch>
            <a:fillRect/>
          </a:stretch>
        </p:blipFill>
        <p:spPr>
          <a:xfrm>
            <a:off x="7900400" y="1249398"/>
            <a:ext cx="929493" cy="279603"/>
          </a:xfrm>
          <a:prstGeom prst="rect">
            <a:avLst/>
          </a:prstGeom>
        </p:spPr>
      </p:pic>
      <p:sp>
        <p:nvSpPr>
          <p:cNvPr id="26" name="Google Shape;885;p91">
            <a:extLst>
              <a:ext uri="{FF2B5EF4-FFF2-40B4-BE49-F238E27FC236}">
                <a16:creationId xmlns:a16="http://schemas.microsoft.com/office/drawing/2014/main" id="{339EE12A-2666-5232-B00C-CC23BD4243E8}"/>
              </a:ext>
            </a:extLst>
          </p:cNvPr>
          <p:cNvSpPr txBox="1"/>
          <p:nvPr/>
        </p:nvSpPr>
        <p:spPr>
          <a:xfrm>
            <a:off x="134011" y="1649191"/>
            <a:ext cx="4200771" cy="224966"/>
          </a:xfrm>
          <a:prstGeom prst="rect">
            <a:avLst/>
          </a:prstGeom>
          <a:noFill/>
          <a:ln>
            <a:noFill/>
          </a:ln>
        </p:spPr>
        <p:txBody>
          <a:bodyPr spcFirstLastPara="1" wrap="square" lIns="90000" tIns="0" rIns="0" bIns="0" anchor="ctr" anchorCtr="0">
            <a:noAutofit/>
          </a:bodyPr>
          <a:lstStyle/>
          <a:p>
            <a:pPr defTabSz="914378"/>
            <a:r>
              <a:rPr lang="en-GB" sz="900" dirty="0" err="1">
                <a:solidFill>
                  <a:srgbClr val="F8485E"/>
                </a:solidFill>
                <a:latin typeface="Montserrat SemiBold"/>
                <a:ea typeface="Montserrat SemiBold"/>
                <a:cs typeface="Montserrat SemiBold"/>
                <a:sym typeface="Montserrat SemiBold"/>
              </a:rPr>
              <a:t>Principales</a:t>
            </a:r>
            <a:r>
              <a:rPr lang="en-GB" sz="900" dirty="0">
                <a:solidFill>
                  <a:srgbClr val="F8485E"/>
                </a:solidFill>
                <a:latin typeface="Montserrat SemiBold"/>
                <a:ea typeface="Montserrat SemiBold"/>
                <a:cs typeface="Montserrat SemiBold"/>
                <a:sym typeface="Montserrat SemiBold"/>
              </a:rPr>
              <a:t> </a:t>
            </a:r>
            <a:r>
              <a:rPr lang="en-GB" sz="900" dirty="0" err="1">
                <a:solidFill>
                  <a:srgbClr val="F8485E"/>
                </a:solidFill>
                <a:latin typeface="Montserrat SemiBold"/>
                <a:ea typeface="Montserrat SemiBold"/>
                <a:cs typeface="Montserrat SemiBold"/>
                <a:sym typeface="Montserrat SemiBold"/>
              </a:rPr>
              <a:t>Réalisations</a:t>
            </a:r>
            <a:r>
              <a:rPr lang="en-GB" sz="900" dirty="0">
                <a:solidFill>
                  <a:srgbClr val="F8485E"/>
                </a:solidFill>
                <a:latin typeface="Montserrat SemiBold"/>
                <a:ea typeface="Montserrat SemiBold"/>
                <a:cs typeface="Montserrat SemiBold"/>
                <a:sym typeface="Montserrat SemiBold"/>
              </a:rPr>
              <a:t> &amp; </a:t>
            </a:r>
            <a:r>
              <a:rPr lang="en-GB" sz="900" dirty="0" err="1">
                <a:solidFill>
                  <a:srgbClr val="F8485E"/>
                </a:solidFill>
                <a:latin typeface="Montserrat SemiBold"/>
                <a:ea typeface="Montserrat SemiBold"/>
                <a:cs typeface="Montserrat SemiBold"/>
                <a:sym typeface="Montserrat SemiBold"/>
              </a:rPr>
              <a:t>Références</a:t>
            </a:r>
            <a:r>
              <a:rPr lang="en-GB" sz="900" dirty="0">
                <a:solidFill>
                  <a:srgbClr val="F8485E"/>
                </a:solidFill>
                <a:latin typeface="Montserrat SemiBold"/>
                <a:ea typeface="Montserrat SemiBold"/>
                <a:cs typeface="Montserrat SemiBold"/>
                <a:sym typeface="Montserrat SemiBold"/>
              </a:rPr>
              <a:t> </a:t>
            </a:r>
            <a:endParaRPr sz="900" dirty="0">
              <a:solidFill>
                <a:srgbClr val="F8485E"/>
              </a:solidFill>
              <a:latin typeface="Montserrat SemiBold"/>
              <a:ea typeface="Montserrat SemiBold"/>
              <a:cs typeface="Montserrat SemiBold"/>
              <a:sym typeface="Montserrat SemiBold"/>
            </a:endParaRPr>
          </a:p>
        </p:txBody>
      </p:sp>
    </p:spTree>
    <p:extLst>
      <p:ext uri="{BB962C8B-B14F-4D97-AF65-F5344CB8AC3E}">
        <p14:creationId xmlns:p14="http://schemas.microsoft.com/office/powerpoint/2010/main" val="304878210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3C3C3A"/>
      </a:dk1>
      <a:lt1>
        <a:srgbClr val="FFFFFF"/>
      </a:lt1>
      <a:dk2>
        <a:srgbClr val="3C3C3A"/>
      </a:dk2>
      <a:lt2>
        <a:srgbClr val="F8485E"/>
      </a:lt2>
      <a:accent1>
        <a:srgbClr val="F8485E"/>
      </a:accent1>
      <a:accent2>
        <a:srgbClr val="FCA2AE"/>
      </a:accent2>
      <a:accent3>
        <a:srgbClr val="FDDADE"/>
      </a:accent3>
      <a:accent4>
        <a:srgbClr val="D7EBE7"/>
      </a:accent4>
      <a:accent5>
        <a:srgbClr val="EFEADC"/>
      </a:accent5>
      <a:accent6>
        <a:srgbClr val="EFEEEE"/>
      </a:accent6>
      <a:hlink>
        <a:srgbClr val="F8485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1857</TotalTime>
  <Words>744</Words>
  <Application>Microsoft Office PowerPoint</Application>
  <PresentationFormat>Affichage à l'écran (16:9)</PresentationFormat>
  <Paragraphs>68</Paragraphs>
  <Slides>2</Slides>
  <Notes>1</Notes>
  <HiddenSlides>0</HiddenSlides>
  <MMClips>0</MMClips>
  <ScaleCrop>false</ScaleCrop>
  <HeadingPairs>
    <vt:vector size="6" baseType="variant">
      <vt:variant>
        <vt:lpstr>Polices utilisées</vt:lpstr>
      </vt:variant>
      <vt:variant>
        <vt:i4>7</vt:i4>
      </vt:variant>
      <vt:variant>
        <vt:lpstr>Thème</vt:lpstr>
      </vt:variant>
      <vt:variant>
        <vt:i4>2</vt:i4>
      </vt:variant>
      <vt:variant>
        <vt:lpstr>Titres des diapositives</vt:lpstr>
      </vt:variant>
      <vt:variant>
        <vt:i4>2</vt:i4>
      </vt:variant>
    </vt:vector>
  </HeadingPairs>
  <TitlesOfParts>
    <vt:vector size="11" baseType="lpstr">
      <vt:lpstr>Montserrat Medium</vt:lpstr>
      <vt:lpstr>Montserrat Light</vt:lpstr>
      <vt:lpstr>Verdana</vt:lpstr>
      <vt:lpstr>Arial</vt:lpstr>
      <vt:lpstr>Montserrat</vt:lpstr>
      <vt:lpstr>Montserrat SemiBold</vt:lpstr>
      <vt:lpstr>Century Gothic</vt:lpstr>
      <vt:lpstr>Simple Light</vt:lpstr>
      <vt:lpstr>Simple Light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Mohamed BEN AYED</dc:creator>
  <cp:lastModifiedBy>Fatèn TAGHOUTI</cp:lastModifiedBy>
  <cp:revision>127</cp:revision>
  <dcterms:modified xsi:type="dcterms:W3CDTF">2026-08-11T12:54:42Z</dcterms:modified>
</cp:coreProperties>
</file>